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6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  <p:sldMasterId id="2147483733" r:id="rId2"/>
    <p:sldMasterId id="2147483746" r:id="rId3"/>
    <p:sldMasterId id="2147483759" r:id="rId4"/>
    <p:sldMasterId id="2147483763" r:id="rId5"/>
    <p:sldMasterId id="2147483767" r:id="rId6"/>
    <p:sldMasterId id="2147483776" r:id="rId7"/>
  </p:sldMasterIdLst>
  <p:notesMasterIdLst>
    <p:notesMasterId r:id="rId24"/>
  </p:notesMasterIdLst>
  <p:sldIdLst>
    <p:sldId id="318" r:id="rId8"/>
    <p:sldId id="262" r:id="rId9"/>
    <p:sldId id="324" r:id="rId10"/>
    <p:sldId id="261" r:id="rId11"/>
    <p:sldId id="330" r:id="rId12"/>
    <p:sldId id="334" r:id="rId13"/>
    <p:sldId id="333" r:id="rId14"/>
    <p:sldId id="326" r:id="rId15"/>
    <p:sldId id="258" r:id="rId16"/>
    <p:sldId id="335" r:id="rId17"/>
    <p:sldId id="260" r:id="rId18"/>
    <p:sldId id="331" r:id="rId19"/>
    <p:sldId id="256" r:id="rId20"/>
    <p:sldId id="257" r:id="rId21"/>
    <p:sldId id="259" r:id="rId22"/>
    <p:sldId id="32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05FE2F-A9B2-4356-BF6F-DFACF34022CD}" v="315" dt="2025-07-24T21:52:25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7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, Carmen  (Jiamin)" userId="44b7c590-11dd-41a4-aa23-563d65d9652c" providerId="ADAL" clId="{0B05FE2F-A9B2-4356-BF6F-DFACF34022CD}"/>
    <pc:docChg chg="undo custSel addSld delSld modSld sldOrd">
      <pc:chgData name="Lu, Carmen  (Jiamin)" userId="44b7c590-11dd-41a4-aa23-563d65d9652c" providerId="ADAL" clId="{0B05FE2F-A9B2-4356-BF6F-DFACF34022CD}" dt="2025-07-24T21:59:11.710" v="4420" actId="478"/>
      <pc:docMkLst>
        <pc:docMk/>
      </pc:docMkLst>
      <pc:sldChg chg="addSp delSp modSp mod ord">
        <pc:chgData name="Lu, Carmen  (Jiamin)" userId="44b7c590-11dd-41a4-aa23-563d65d9652c" providerId="ADAL" clId="{0B05FE2F-A9B2-4356-BF6F-DFACF34022CD}" dt="2025-07-23T20:39:15.931" v="4002" actId="207"/>
        <pc:sldMkLst>
          <pc:docMk/>
          <pc:sldMk cId="2753576318" sldId="256"/>
        </pc:sldMkLst>
        <pc:spChg chg="add mod">
          <ac:chgData name="Lu, Carmen  (Jiamin)" userId="44b7c590-11dd-41a4-aa23-563d65d9652c" providerId="ADAL" clId="{0B05FE2F-A9B2-4356-BF6F-DFACF34022CD}" dt="2025-07-23T20:39:15.931" v="4002" actId="207"/>
          <ac:spMkLst>
            <pc:docMk/>
            <pc:sldMk cId="2753576318" sldId="256"/>
            <ac:spMk id="4" creationId="{D913DF66-78D3-7FDE-FD19-97404CB5B356}"/>
          </ac:spMkLst>
        </pc:spChg>
        <pc:spChg chg="mod">
          <ac:chgData name="Lu, Carmen  (Jiamin)" userId="44b7c590-11dd-41a4-aa23-563d65d9652c" providerId="ADAL" clId="{0B05FE2F-A9B2-4356-BF6F-DFACF34022CD}" dt="2025-07-23T18:05:11.192" v="3211" actId="20577"/>
          <ac:spMkLst>
            <pc:docMk/>
            <pc:sldMk cId="2753576318" sldId="256"/>
            <ac:spMk id="28" creationId="{51E1CC6A-71E0-BD97-61E5-509D14BCC0DB}"/>
          </ac:spMkLst>
        </pc:spChg>
        <pc:grpChg chg="add mod">
          <ac:chgData name="Lu, Carmen  (Jiamin)" userId="44b7c590-11dd-41a4-aa23-563d65d9652c" providerId="ADAL" clId="{0B05FE2F-A9B2-4356-BF6F-DFACF34022CD}" dt="2025-07-21T22:05:28.261" v="16" actId="164"/>
          <ac:grpSpMkLst>
            <pc:docMk/>
            <pc:sldMk cId="2753576318" sldId="256"/>
            <ac:grpSpMk id="31" creationId="{24CF7AA6-D757-0B60-01B0-565F109CDD45}"/>
          </ac:grpSpMkLst>
        </pc:grpChg>
        <pc:picChg chg="mod topLvl">
          <ac:chgData name="Lu, Carmen  (Jiamin)" userId="44b7c590-11dd-41a4-aa23-563d65d9652c" providerId="ADAL" clId="{0B05FE2F-A9B2-4356-BF6F-DFACF34022CD}" dt="2025-07-21T22:05:28.261" v="16" actId="164"/>
          <ac:picMkLst>
            <pc:docMk/>
            <pc:sldMk cId="2753576318" sldId="256"/>
            <ac:picMk id="13" creationId="{498D0651-2871-2FD9-15A3-E69BA77BDDC3}"/>
          </ac:picMkLst>
        </pc:picChg>
        <pc:picChg chg="mod topLvl">
          <ac:chgData name="Lu, Carmen  (Jiamin)" userId="44b7c590-11dd-41a4-aa23-563d65d9652c" providerId="ADAL" clId="{0B05FE2F-A9B2-4356-BF6F-DFACF34022CD}" dt="2025-07-21T22:05:28.261" v="16" actId="164"/>
          <ac:picMkLst>
            <pc:docMk/>
            <pc:sldMk cId="2753576318" sldId="256"/>
            <ac:picMk id="17" creationId="{C52856C0-53BE-3EFA-8E27-B07154E08671}"/>
          </ac:picMkLst>
        </pc:picChg>
        <pc:cxnChg chg="mod topLvl">
          <ac:chgData name="Lu, Carmen  (Jiamin)" userId="44b7c590-11dd-41a4-aa23-563d65d9652c" providerId="ADAL" clId="{0B05FE2F-A9B2-4356-BF6F-DFACF34022CD}" dt="2025-07-21T22:05:28.261" v="16" actId="164"/>
          <ac:cxnSpMkLst>
            <pc:docMk/>
            <pc:sldMk cId="2753576318" sldId="256"/>
            <ac:cxnSpMk id="15" creationId="{FE43FE6F-BC6E-F381-CFB1-195DF5834338}"/>
          </ac:cxnSpMkLst>
        </pc:cxnChg>
        <pc:cxnChg chg="mod topLvl">
          <ac:chgData name="Lu, Carmen  (Jiamin)" userId="44b7c590-11dd-41a4-aa23-563d65d9652c" providerId="ADAL" clId="{0B05FE2F-A9B2-4356-BF6F-DFACF34022CD}" dt="2025-07-21T22:05:28.261" v="16" actId="164"/>
          <ac:cxnSpMkLst>
            <pc:docMk/>
            <pc:sldMk cId="2753576318" sldId="256"/>
            <ac:cxnSpMk id="21" creationId="{1CDAD348-68ED-FBF4-2FB6-8F80D424ED31}"/>
          </ac:cxnSpMkLst>
        </pc:cxnChg>
        <pc:cxnChg chg="mod topLvl">
          <ac:chgData name="Lu, Carmen  (Jiamin)" userId="44b7c590-11dd-41a4-aa23-563d65d9652c" providerId="ADAL" clId="{0B05FE2F-A9B2-4356-BF6F-DFACF34022CD}" dt="2025-07-21T22:05:28.261" v="16" actId="164"/>
          <ac:cxnSpMkLst>
            <pc:docMk/>
            <pc:sldMk cId="2753576318" sldId="256"/>
            <ac:cxnSpMk id="22" creationId="{40A393D4-B652-8153-050C-92FBA1B14D9C}"/>
          </ac:cxnSpMkLst>
        </pc:cxnChg>
        <pc:cxnChg chg="mod topLvl">
          <ac:chgData name="Lu, Carmen  (Jiamin)" userId="44b7c590-11dd-41a4-aa23-563d65d9652c" providerId="ADAL" clId="{0B05FE2F-A9B2-4356-BF6F-DFACF34022CD}" dt="2025-07-21T22:05:28.261" v="16" actId="164"/>
          <ac:cxnSpMkLst>
            <pc:docMk/>
            <pc:sldMk cId="2753576318" sldId="256"/>
            <ac:cxnSpMk id="23" creationId="{655FD39C-74A3-6F9F-DFB3-AFCEF997BB4D}"/>
          </ac:cxnSpMkLst>
        </pc:cxnChg>
        <pc:cxnChg chg="mod topLvl">
          <ac:chgData name="Lu, Carmen  (Jiamin)" userId="44b7c590-11dd-41a4-aa23-563d65d9652c" providerId="ADAL" clId="{0B05FE2F-A9B2-4356-BF6F-DFACF34022CD}" dt="2025-07-21T22:05:28.261" v="16" actId="164"/>
          <ac:cxnSpMkLst>
            <pc:docMk/>
            <pc:sldMk cId="2753576318" sldId="256"/>
            <ac:cxnSpMk id="24" creationId="{157B276D-69A7-F04C-F14B-ED909C61A5E3}"/>
          </ac:cxnSpMkLst>
        </pc:cxnChg>
        <pc:cxnChg chg="mod topLvl">
          <ac:chgData name="Lu, Carmen  (Jiamin)" userId="44b7c590-11dd-41a4-aa23-563d65d9652c" providerId="ADAL" clId="{0B05FE2F-A9B2-4356-BF6F-DFACF34022CD}" dt="2025-07-21T22:05:28.261" v="16" actId="164"/>
          <ac:cxnSpMkLst>
            <pc:docMk/>
            <pc:sldMk cId="2753576318" sldId="256"/>
            <ac:cxnSpMk id="25" creationId="{368558F9-20B5-2764-3D45-DF57A3F3F5E1}"/>
          </ac:cxnSpMkLst>
        </pc:cxnChg>
      </pc:sldChg>
      <pc:sldChg chg="addSp delSp modSp new mod modAnim">
        <pc:chgData name="Lu, Carmen  (Jiamin)" userId="44b7c590-11dd-41a4-aa23-563d65d9652c" providerId="ADAL" clId="{0B05FE2F-A9B2-4356-BF6F-DFACF34022CD}" dt="2025-07-24T19:32:33.463" v="4043"/>
        <pc:sldMkLst>
          <pc:docMk/>
          <pc:sldMk cId="3596574802" sldId="257"/>
        </pc:sldMkLst>
        <pc:spChg chg="add del mod">
          <ac:chgData name="Lu, Carmen  (Jiamin)" userId="44b7c590-11dd-41a4-aa23-563d65d9652c" providerId="ADAL" clId="{0B05FE2F-A9B2-4356-BF6F-DFACF34022CD}" dt="2025-07-23T18:07:22.024" v="3239" actId="478"/>
          <ac:spMkLst>
            <pc:docMk/>
            <pc:sldMk cId="3596574802" sldId="257"/>
            <ac:spMk id="9" creationId="{AF63D493-995A-970D-4897-3E9440C7504B}"/>
          </ac:spMkLst>
        </pc:spChg>
        <pc:spChg chg="add mod">
          <ac:chgData name="Lu, Carmen  (Jiamin)" userId="44b7c590-11dd-41a4-aa23-563d65d9652c" providerId="ADAL" clId="{0B05FE2F-A9B2-4356-BF6F-DFACF34022CD}" dt="2025-07-23T20:42:24.241" v="4017" actId="14100"/>
          <ac:spMkLst>
            <pc:docMk/>
            <pc:sldMk cId="3596574802" sldId="257"/>
            <ac:spMk id="32" creationId="{7BB8943F-DD68-8CFD-F753-0DC53DB165E7}"/>
          </ac:spMkLst>
        </pc:spChg>
        <pc:picChg chg="add mod ord">
          <ac:chgData name="Lu, Carmen  (Jiamin)" userId="44b7c590-11dd-41a4-aa23-563d65d9652c" providerId="ADAL" clId="{0B05FE2F-A9B2-4356-BF6F-DFACF34022CD}" dt="2025-07-21T22:07:02.629" v="28" actId="166"/>
          <ac:picMkLst>
            <pc:docMk/>
            <pc:sldMk cId="3596574802" sldId="257"/>
            <ac:picMk id="7" creationId="{3B393E03-A633-911C-2574-3CC05BA39E0E}"/>
          </ac:picMkLst>
        </pc:picChg>
        <pc:picChg chg="add mod">
          <ac:chgData name="Lu, Carmen  (Jiamin)" userId="44b7c590-11dd-41a4-aa23-563d65d9652c" providerId="ADAL" clId="{0B05FE2F-A9B2-4356-BF6F-DFACF34022CD}" dt="2025-07-21T22:07:07.368" v="29" actId="14100"/>
          <ac:picMkLst>
            <pc:docMk/>
            <pc:sldMk cId="3596574802" sldId="257"/>
            <ac:picMk id="8" creationId="{88F54DD2-F4E8-E5EB-9D49-D7A558A7A3CD}"/>
          </ac:picMkLst>
        </pc:picChg>
      </pc:sldChg>
      <pc:sldChg chg="addSp delSp modSp new mod ord modAnim">
        <pc:chgData name="Lu, Carmen  (Jiamin)" userId="44b7c590-11dd-41a4-aa23-563d65d9652c" providerId="ADAL" clId="{0B05FE2F-A9B2-4356-BF6F-DFACF34022CD}" dt="2025-07-23T20:38:16.981" v="4001"/>
        <pc:sldMkLst>
          <pc:docMk/>
          <pc:sldMk cId="121652881" sldId="258"/>
        </pc:sldMkLst>
        <pc:spChg chg="add mod">
          <ac:chgData name="Lu, Carmen  (Jiamin)" userId="44b7c590-11dd-41a4-aa23-563d65d9652c" providerId="ADAL" clId="{0B05FE2F-A9B2-4356-BF6F-DFACF34022CD}" dt="2025-07-23T00:16:06.687" v="2850" actId="1076"/>
          <ac:spMkLst>
            <pc:docMk/>
            <pc:sldMk cId="121652881" sldId="258"/>
            <ac:spMk id="2" creationId="{CE3C0991-E155-5439-E80C-85A71A116160}"/>
          </ac:spMkLst>
        </pc:spChg>
        <pc:spChg chg="add mod">
          <ac:chgData name="Lu, Carmen  (Jiamin)" userId="44b7c590-11dd-41a4-aa23-563d65d9652c" providerId="ADAL" clId="{0B05FE2F-A9B2-4356-BF6F-DFACF34022CD}" dt="2025-07-21T22:37:24.374" v="52" actId="164"/>
          <ac:spMkLst>
            <pc:docMk/>
            <pc:sldMk cId="121652881" sldId="258"/>
            <ac:spMk id="12" creationId="{A504BDEB-D15D-3854-382C-267C0A75718B}"/>
          </ac:spMkLst>
        </pc:spChg>
        <pc:spChg chg="add mod">
          <ac:chgData name="Lu, Carmen  (Jiamin)" userId="44b7c590-11dd-41a4-aa23-563d65d9652c" providerId="ADAL" clId="{0B05FE2F-A9B2-4356-BF6F-DFACF34022CD}" dt="2025-07-21T22:37:24.374" v="52" actId="164"/>
          <ac:spMkLst>
            <pc:docMk/>
            <pc:sldMk cId="121652881" sldId="258"/>
            <ac:spMk id="13" creationId="{C3578B6E-0C62-A191-4428-1B02855CAE2D}"/>
          </ac:spMkLst>
        </pc:spChg>
        <pc:spChg chg="add mod">
          <ac:chgData name="Lu, Carmen  (Jiamin)" userId="44b7c590-11dd-41a4-aa23-563d65d9652c" providerId="ADAL" clId="{0B05FE2F-A9B2-4356-BF6F-DFACF34022CD}" dt="2025-07-23T20:16:23.952" v="3994" actId="20577"/>
          <ac:spMkLst>
            <pc:docMk/>
            <pc:sldMk cId="121652881" sldId="258"/>
            <ac:spMk id="15" creationId="{81B55EF8-CFD9-0A28-8869-7002362EB3C7}"/>
          </ac:spMkLst>
        </pc:spChg>
        <pc:spChg chg="add mod">
          <ac:chgData name="Lu, Carmen  (Jiamin)" userId="44b7c590-11dd-41a4-aa23-563d65d9652c" providerId="ADAL" clId="{0B05FE2F-A9B2-4356-BF6F-DFACF34022CD}" dt="2025-07-23T20:15:13.499" v="3982" actId="207"/>
          <ac:spMkLst>
            <pc:docMk/>
            <pc:sldMk cId="121652881" sldId="258"/>
            <ac:spMk id="16" creationId="{A3FFDF52-9B35-9178-E778-426992368FBC}"/>
          </ac:spMkLst>
        </pc:spChg>
        <pc:grpChg chg="add mod">
          <ac:chgData name="Lu, Carmen  (Jiamin)" userId="44b7c590-11dd-41a4-aa23-563d65d9652c" providerId="ADAL" clId="{0B05FE2F-A9B2-4356-BF6F-DFACF34022CD}" dt="2025-07-23T00:16:02.370" v="2849" actId="1076"/>
          <ac:grpSpMkLst>
            <pc:docMk/>
            <pc:sldMk cId="121652881" sldId="258"/>
            <ac:grpSpMk id="14" creationId="{CF6ACBD5-CAC9-26B8-8D8C-5F56290A5AE8}"/>
          </ac:grpSpMkLst>
        </pc:grpChg>
        <pc:picChg chg="add mod">
          <ac:chgData name="Lu, Carmen  (Jiamin)" userId="44b7c590-11dd-41a4-aa23-563d65d9652c" providerId="ADAL" clId="{0B05FE2F-A9B2-4356-BF6F-DFACF34022CD}" dt="2025-07-21T22:37:24.374" v="52" actId="164"/>
          <ac:picMkLst>
            <pc:docMk/>
            <pc:sldMk cId="121652881" sldId="258"/>
            <ac:picMk id="9" creationId="{AA41B088-052A-B4D0-E9BB-E0CD9FD03137}"/>
          </ac:picMkLst>
        </pc:picChg>
        <pc:picChg chg="add mod">
          <ac:chgData name="Lu, Carmen  (Jiamin)" userId="44b7c590-11dd-41a4-aa23-563d65d9652c" providerId="ADAL" clId="{0B05FE2F-A9B2-4356-BF6F-DFACF34022CD}" dt="2025-07-22T18:47:17.240" v="529" actId="1076"/>
          <ac:picMkLst>
            <pc:docMk/>
            <pc:sldMk cId="121652881" sldId="258"/>
            <ac:picMk id="11" creationId="{441FBD8F-317A-83C9-DD3C-0BAAC28F2C68}"/>
          </ac:picMkLst>
        </pc:picChg>
      </pc:sldChg>
      <pc:sldChg chg="addSp delSp modSp new mod modAnim">
        <pc:chgData name="Lu, Carmen  (Jiamin)" userId="44b7c590-11dd-41a4-aa23-563d65d9652c" providerId="ADAL" clId="{0B05FE2F-A9B2-4356-BF6F-DFACF34022CD}" dt="2025-07-24T21:59:11.710" v="4420" actId="478"/>
        <pc:sldMkLst>
          <pc:docMk/>
          <pc:sldMk cId="318314361" sldId="259"/>
        </pc:sldMkLst>
        <pc:spChg chg="mod">
          <ac:chgData name="Lu, Carmen  (Jiamin)" userId="44b7c590-11dd-41a4-aa23-563d65d9652c" providerId="ADAL" clId="{0B05FE2F-A9B2-4356-BF6F-DFACF34022CD}" dt="2025-07-23T00:01:48.819" v="2629" actId="20577"/>
          <ac:spMkLst>
            <pc:docMk/>
            <pc:sldMk cId="318314361" sldId="259"/>
            <ac:spMk id="2" creationId="{1EBC6C1A-0B49-5B81-1F36-72A9B005E704}"/>
          </ac:spMkLst>
        </pc:spChg>
        <pc:spChg chg="mod">
          <ac:chgData name="Lu, Carmen  (Jiamin)" userId="44b7c590-11dd-41a4-aa23-563d65d9652c" providerId="ADAL" clId="{0B05FE2F-A9B2-4356-BF6F-DFACF34022CD}" dt="2025-07-24T21:59:05.508" v="4410" actId="14100"/>
          <ac:spMkLst>
            <pc:docMk/>
            <pc:sldMk cId="318314361" sldId="259"/>
            <ac:spMk id="3" creationId="{22FA396D-C0C0-E4FB-B04B-F6F5F1DCEED5}"/>
          </ac:spMkLst>
        </pc:spChg>
        <pc:picChg chg="add del mod modCrop">
          <ac:chgData name="Lu, Carmen  (Jiamin)" userId="44b7c590-11dd-41a4-aa23-563d65d9652c" providerId="ADAL" clId="{0B05FE2F-A9B2-4356-BF6F-DFACF34022CD}" dt="2025-07-23T19:38:44.136" v="3564" actId="21"/>
          <ac:picMkLst>
            <pc:docMk/>
            <pc:sldMk cId="318314361" sldId="259"/>
            <ac:picMk id="4" creationId="{FA6E07C9-CFAA-CE31-4F6F-FFA1C4084391}"/>
          </ac:picMkLst>
        </pc:picChg>
        <pc:picChg chg="add del mod modCrop">
          <ac:chgData name="Lu, Carmen  (Jiamin)" userId="44b7c590-11dd-41a4-aa23-563d65d9652c" providerId="ADAL" clId="{0B05FE2F-A9B2-4356-BF6F-DFACF34022CD}" dt="2025-07-24T21:59:11.710" v="4420" actId="478"/>
          <ac:picMkLst>
            <pc:docMk/>
            <pc:sldMk cId="318314361" sldId="259"/>
            <ac:picMk id="5" creationId="{258E68E5-541D-35D9-E5B0-9CAF9EB2009E}"/>
          </ac:picMkLst>
        </pc:picChg>
      </pc:sldChg>
      <pc:sldChg chg="addSp modSp new mod ord modAnim">
        <pc:chgData name="Lu, Carmen  (Jiamin)" userId="44b7c590-11dd-41a4-aa23-563d65d9652c" providerId="ADAL" clId="{0B05FE2F-A9B2-4356-BF6F-DFACF34022CD}" dt="2025-07-24T21:52:12.322" v="4387" actId="21"/>
        <pc:sldMkLst>
          <pc:docMk/>
          <pc:sldMk cId="4262321366" sldId="260"/>
        </pc:sldMkLst>
        <pc:spChg chg="mod">
          <ac:chgData name="Lu, Carmen  (Jiamin)" userId="44b7c590-11dd-41a4-aa23-563d65d9652c" providerId="ADAL" clId="{0B05FE2F-A9B2-4356-BF6F-DFACF34022CD}" dt="2025-07-23T00:07:22.244" v="2705" actId="20577"/>
          <ac:spMkLst>
            <pc:docMk/>
            <pc:sldMk cId="4262321366" sldId="260"/>
            <ac:spMk id="2" creationId="{DC3D8BE3-81E9-D699-15FD-A5590D859E11}"/>
          </ac:spMkLst>
        </pc:spChg>
        <pc:spChg chg="mod">
          <ac:chgData name="Lu, Carmen  (Jiamin)" userId="44b7c590-11dd-41a4-aa23-563d65d9652c" providerId="ADAL" clId="{0B05FE2F-A9B2-4356-BF6F-DFACF34022CD}" dt="2025-07-24T21:52:12.322" v="4387" actId="21"/>
          <ac:spMkLst>
            <pc:docMk/>
            <pc:sldMk cId="4262321366" sldId="260"/>
            <ac:spMk id="3" creationId="{42C7EDE3-1147-EDB2-B4B4-ED8E5264C804}"/>
          </ac:spMkLst>
        </pc:spChg>
      </pc:sldChg>
      <pc:sldChg chg="addSp delSp modSp new mod ord modAnim">
        <pc:chgData name="Lu, Carmen  (Jiamin)" userId="44b7c590-11dd-41a4-aa23-563d65d9652c" providerId="ADAL" clId="{0B05FE2F-A9B2-4356-BF6F-DFACF34022CD}" dt="2025-07-23T19:54:58.699" v="3708"/>
        <pc:sldMkLst>
          <pc:docMk/>
          <pc:sldMk cId="1199068251" sldId="261"/>
        </pc:sldMkLst>
        <pc:spChg chg="del mod">
          <ac:chgData name="Lu, Carmen  (Jiamin)" userId="44b7c590-11dd-41a4-aa23-563d65d9652c" providerId="ADAL" clId="{0B05FE2F-A9B2-4356-BF6F-DFACF34022CD}" dt="2025-07-23T19:45:31.914" v="3671" actId="478"/>
          <ac:spMkLst>
            <pc:docMk/>
            <pc:sldMk cId="1199068251" sldId="261"/>
            <ac:spMk id="3" creationId="{CE248CEB-B615-13FE-C7EF-3936CE04051A}"/>
          </ac:spMkLst>
        </pc:spChg>
        <pc:picChg chg="add del mod">
          <ac:chgData name="Lu, Carmen  (Jiamin)" userId="44b7c590-11dd-41a4-aa23-563d65d9652c" providerId="ADAL" clId="{0B05FE2F-A9B2-4356-BF6F-DFACF34022CD}" dt="2025-07-23T17:50:00.502" v="3160" actId="21"/>
          <ac:picMkLst>
            <pc:docMk/>
            <pc:sldMk cId="1199068251" sldId="261"/>
            <ac:picMk id="4" creationId="{13518847-FC96-32D8-1D0C-5323C17094DA}"/>
          </ac:picMkLst>
        </pc:picChg>
        <pc:picChg chg="add mod">
          <ac:chgData name="Lu, Carmen  (Jiamin)" userId="44b7c590-11dd-41a4-aa23-563d65d9652c" providerId="ADAL" clId="{0B05FE2F-A9B2-4356-BF6F-DFACF34022CD}" dt="2025-07-22T21:22:50.938" v="1076" actId="1076"/>
          <ac:picMkLst>
            <pc:docMk/>
            <pc:sldMk cId="1199068251" sldId="261"/>
            <ac:picMk id="7" creationId="{8A2909F8-6090-4935-052C-7177CC95F23C}"/>
          </ac:picMkLst>
        </pc:picChg>
        <pc:picChg chg="add mod modCrop">
          <ac:chgData name="Lu, Carmen  (Jiamin)" userId="44b7c590-11dd-41a4-aa23-563d65d9652c" providerId="ADAL" clId="{0B05FE2F-A9B2-4356-BF6F-DFACF34022CD}" dt="2025-07-22T21:22:53.253" v="1077" actId="1076"/>
          <ac:picMkLst>
            <pc:docMk/>
            <pc:sldMk cId="1199068251" sldId="261"/>
            <ac:picMk id="9" creationId="{CAA4A63C-86EF-6889-7160-EEB736EFA851}"/>
          </ac:picMkLst>
        </pc:picChg>
        <pc:picChg chg="add mod modCrop">
          <ac:chgData name="Lu, Carmen  (Jiamin)" userId="44b7c590-11dd-41a4-aa23-563d65d9652c" providerId="ADAL" clId="{0B05FE2F-A9B2-4356-BF6F-DFACF34022CD}" dt="2025-07-22T21:22:55.654" v="1078" actId="1076"/>
          <ac:picMkLst>
            <pc:docMk/>
            <pc:sldMk cId="1199068251" sldId="261"/>
            <ac:picMk id="11" creationId="{506C0115-EBA2-5175-48E0-33EB44E646F6}"/>
          </ac:picMkLst>
        </pc:picChg>
      </pc:sldChg>
      <pc:sldChg chg="modSp new mod modTransition modAnim">
        <pc:chgData name="Lu, Carmen  (Jiamin)" userId="44b7c590-11dd-41a4-aa23-563d65d9652c" providerId="ADAL" clId="{0B05FE2F-A9B2-4356-BF6F-DFACF34022CD}" dt="2025-07-24T21:40:08.720" v="4161" actId="255"/>
        <pc:sldMkLst>
          <pc:docMk/>
          <pc:sldMk cId="3956042417" sldId="262"/>
        </pc:sldMkLst>
        <pc:spChg chg="mod">
          <ac:chgData name="Lu, Carmen  (Jiamin)" userId="44b7c590-11dd-41a4-aa23-563d65d9652c" providerId="ADAL" clId="{0B05FE2F-A9B2-4356-BF6F-DFACF34022CD}" dt="2025-07-22T21:56:59.055" v="1505" actId="20577"/>
          <ac:spMkLst>
            <pc:docMk/>
            <pc:sldMk cId="3956042417" sldId="262"/>
            <ac:spMk id="2" creationId="{B8BBA687-8E36-30CE-00A4-76D68274178C}"/>
          </ac:spMkLst>
        </pc:spChg>
        <pc:spChg chg="mod">
          <ac:chgData name="Lu, Carmen  (Jiamin)" userId="44b7c590-11dd-41a4-aa23-563d65d9652c" providerId="ADAL" clId="{0B05FE2F-A9B2-4356-BF6F-DFACF34022CD}" dt="2025-07-24T21:40:08.720" v="4161" actId="255"/>
          <ac:spMkLst>
            <pc:docMk/>
            <pc:sldMk cId="3956042417" sldId="262"/>
            <ac:spMk id="3" creationId="{39EC4FA7-5892-3F18-779B-3B8DEA84C586}"/>
          </ac:spMkLst>
        </pc:spChg>
      </pc:sldChg>
      <pc:sldChg chg="modSp add del mod modTransition">
        <pc:chgData name="Lu, Carmen  (Jiamin)" userId="44b7c590-11dd-41a4-aa23-563d65d9652c" providerId="ADAL" clId="{0B05FE2F-A9B2-4356-BF6F-DFACF34022CD}" dt="2025-07-23T19:35:03.024" v="3542"/>
        <pc:sldMkLst>
          <pc:docMk/>
          <pc:sldMk cId="4050726603" sldId="318"/>
        </pc:sldMkLst>
        <pc:spChg chg="mod">
          <ac:chgData name="Lu, Carmen  (Jiamin)" userId="44b7c590-11dd-41a4-aa23-563d65d9652c" providerId="ADAL" clId="{0B05FE2F-A9B2-4356-BF6F-DFACF34022CD}" dt="2025-07-23T19:32:40.713" v="3530" actId="120"/>
          <ac:spMkLst>
            <pc:docMk/>
            <pc:sldMk cId="4050726603" sldId="318"/>
            <ac:spMk id="2" creationId="{9CA38A97-5744-DC4F-A0B9-C9D23245F322}"/>
          </ac:spMkLst>
        </pc:spChg>
        <pc:spChg chg="mod">
          <ac:chgData name="Lu, Carmen  (Jiamin)" userId="44b7c590-11dd-41a4-aa23-563d65d9652c" providerId="ADAL" clId="{0B05FE2F-A9B2-4356-BF6F-DFACF34022CD}" dt="2025-07-23T19:32:32.462" v="3528" actId="1076"/>
          <ac:spMkLst>
            <pc:docMk/>
            <pc:sldMk cId="4050726603" sldId="318"/>
            <ac:spMk id="3" creationId="{722D192B-5420-5945-BC62-170B4815C639}"/>
          </ac:spMkLst>
        </pc:spChg>
      </pc:sldChg>
      <pc:sldChg chg="addSp delSp modSp add mod modClrScheme modAnim chgLayout modNotesTx">
        <pc:chgData name="Lu, Carmen  (Jiamin)" userId="44b7c590-11dd-41a4-aa23-563d65d9652c" providerId="ADAL" clId="{0B05FE2F-A9B2-4356-BF6F-DFACF34022CD}" dt="2025-07-24T21:43:14.981" v="4385" actId="20577"/>
        <pc:sldMkLst>
          <pc:docMk/>
          <pc:sldMk cId="1898984108" sldId="324"/>
        </pc:sldMkLst>
        <pc:spChg chg="mod">
          <ac:chgData name="Lu, Carmen  (Jiamin)" userId="44b7c590-11dd-41a4-aa23-563d65d9652c" providerId="ADAL" clId="{0B05FE2F-A9B2-4356-BF6F-DFACF34022CD}" dt="2025-07-23T19:33:26.379" v="3531" actId="1076"/>
          <ac:spMkLst>
            <pc:docMk/>
            <pc:sldMk cId="1898984108" sldId="324"/>
            <ac:spMk id="2" creationId="{BD418EC6-1316-BFFB-5AAC-946F305A5855}"/>
          </ac:spMkLst>
        </pc:spChg>
        <pc:spChg chg="add del mod">
          <ac:chgData name="Lu, Carmen  (Jiamin)" userId="44b7c590-11dd-41a4-aa23-563d65d9652c" providerId="ADAL" clId="{0B05FE2F-A9B2-4356-BF6F-DFACF34022CD}" dt="2025-07-23T17:50:50.085" v="3185" actId="26606"/>
          <ac:spMkLst>
            <pc:docMk/>
            <pc:sldMk cId="1898984108" sldId="324"/>
            <ac:spMk id="4" creationId="{88AED4D3-E4CA-0465-D987-EF5A6DF9B0E0}"/>
          </ac:spMkLst>
        </pc:spChg>
        <pc:spChg chg="add del mod">
          <ac:chgData name="Lu, Carmen  (Jiamin)" userId="44b7c590-11dd-41a4-aa23-563d65d9652c" providerId="ADAL" clId="{0B05FE2F-A9B2-4356-BF6F-DFACF34022CD}" dt="2025-07-23T17:50:34.523" v="3170" actId="26606"/>
          <ac:spMkLst>
            <pc:docMk/>
            <pc:sldMk cId="1898984108" sldId="324"/>
            <ac:spMk id="10" creationId="{E6B4E355-9137-C98D-546B-4BD8DD9237A8}"/>
          </ac:spMkLst>
        </pc:spChg>
        <pc:spChg chg="add del mod">
          <ac:chgData name="Lu, Carmen  (Jiamin)" userId="44b7c590-11dd-41a4-aa23-563d65d9652c" providerId="ADAL" clId="{0B05FE2F-A9B2-4356-BF6F-DFACF34022CD}" dt="2025-07-23T17:50:36.647" v="3172" actId="26606"/>
          <ac:spMkLst>
            <pc:docMk/>
            <pc:sldMk cId="1898984108" sldId="324"/>
            <ac:spMk id="13" creationId="{88AED4D3-E4CA-0465-D987-EF5A6DF9B0E0}"/>
          </ac:spMkLst>
        </pc:spChg>
        <pc:spChg chg="add del mod">
          <ac:chgData name="Lu, Carmen  (Jiamin)" userId="44b7c590-11dd-41a4-aa23-563d65d9652c" providerId="ADAL" clId="{0B05FE2F-A9B2-4356-BF6F-DFACF34022CD}" dt="2025-07-23T17:50:39.098" v="3174" actId="26606"/>
          <ac:spMkLst>
            <pc:docMk/>
            <pc:sldMk cId="1898984108" sldId="324"/>
            <ac:spMk id="15" creationId="{88AED4D3-E4CA-0465-D987-EF5A6DF9B0E0}"/>
          </ac:spMkLst>
        </pc:spChg>
        <pc:spChg chg="add del mod">
          <ac:chgData name="Lu, Carmen  (Jiamin)" userId="44b7c590-11dd-41a4-aa23-563d65d9652c" providerId="ADAL" clId="{0B05FE2F-A9B2-4356-BF6F-DFACF34022CD}" dt="2025-07-23T17:50:49.186" v="3180" actId="26606"/>
          <ac:spMkLst>
            <pc:docMk/>
            <pc:sldMk cId="1898984108" sldId="324"/>
            <ac:spMk id="21" creationId="{88AED4D3-E4CA-0465-D987-EF5A6DF9B0E0}"/>
          </ac:spMkLst>
        </pc:spChg>
        <pc:spChg chg="add del mod">
          <ac:chgData name="Lu, Carmen  (Jiamin)" userId="44b7c590-11dd-41a4-aa23-563d65d9652c" providerId="ADAL" clId="{0B05FE2F-A9B2-4356-BF6F-DFACF34022CD}" dt="2025-07-23T17:50:49.605" v="3182" actId="26606"/>
          <ac:spMkLst>
            <pc:docMk/>
            <pc:sldMk cId="1898984108" sldId="324"/>
            <ac:spMk id="23" creationId="{88AED4D3-E4CA-0465-D987-EF5A6DF9B0E0}"/>
          </ac:spMkLst>
        </pc:spChg>
        <pc:spChg chg="add del mod">
          <ac:chgData name="Lu, Carmen  (Jiamin)" userId="44b7c590-11dd-41a4-aa23-563d65d9652c" providerId="ADAL" clId="{0B05FE2F-A9B2-4356-BF6F-DFACF34022CD}" dt="2025-07-23T17:50:50.081" v="3184" actId="26606"/>
          <ac:spMkLst>
            <pc:docMk/>
            <pc:sldMk cId="1898984108" sldId="324"/>
            <ac:spMk id="25" creationId="{88AED4D3-E4CA-0465-D987-EF5A6DF9B0E0}"/>
          </ac:spMkLst>
        </pc:spChg>
        <pc:spChg chg="add mod">
          <ac:chgData name="Lu, Carmen  (Jiamin)" userId="44b7c590-11dd-41a4-aa23-563d65d9652c" providerId="ADAL" clId="{0B05FE2F-A9B2-4356-BF6F-DFACF34022CD}" dt="2025-07-23T19:53:33.932" v="3704" actId="255"/>
          <ac:spMkLst>
            <pc:docMk/>
            <pc:sldMk cId="1898984108" sldId="324"/>
            <ac:spMk id="27" creationId="{88AED4D3-E4CA-0465-D987-EF5A6DF9B0E0}"/>
          </ac:spMkLst>
        </pc:spChg>
        <pc:graphicFrameChg chg="add del">
          <ac:chgData name="Lu, Carmen  (Jiamin)" userId="44b7c590-11dd-41a4-aa23-563d65d9652c" providerId="ADAL" clId="{0B05FE2F-A9B2-4356-BF6F-DFACF34022CD}" dt="2025-07-23T17:50:26.686" v="3166" actId="26606"/>
          <ac:graphicFrameMkLst>
            <pc:docMk/>
            <pc:sldMk cId="1898984108" sldId="324"/>
            <ac:graphicFrameMk id="6" creationId="{7D6C45A6-DA2B-74C0-6EBB-B3D6703187B5}"/>
          </ac:graphicFrameMkLst>
        </pc:graphicFrameChg>
        <pc:graphicFrameChg chg="add del">
          <ac:chgData name="Lu, Carmen  (Jiamin)" userId="44b7c590-11dd-41a4-aa23-563d65d9652c" providerId="ADAL" clId="{0B05FE2F-A9B2-4356-BF6F-DFACF34022CD}" dt="2025-07-23T17:50:31.297" v="3168" actId="26606"/>
          <ac:graphicFrameMkLst>
            <pc:docMk/>
            <pc:sldMk cId="1898984108" sldId="324"/>
            <ac:graphicFrameMk id="8" creationId="{6448CC67-AB2E-3C19-9EB9-1908E451BA1E}"/>
          </ac:graphicFrameMkLst>
        </pc:graphicFrameChg>
        <pc:graphicFrameChg chg="add del">
          <ac:chgData name="Lu, Carmen  (Jiamin)" userId="44b7c590-11dd-41a4-aa23-563d65d9652c" providerId="ADAL" clId="{0B05FE2F-A9B2-4356-BF6F-DFACF34022CD}" dt="2025-07-23T17:50:34.523" v="3170" actId="26606"/>
          <ac:graphicFrameMkLst>
            <pc:docMk/>
            <pc:sldMk cId="1898984108" sldId="324"/>
            <ac:graphicFrameMk id="11" creationId="{FAD77139-4ACC-5306-32BE-F86FEF953621}"/>
          </ac:graphicFrameMkLst>
        </pc:graphicFrameChg>
        <pc:graphicFrameChg chg="add del">
          <ac:chgData name="Lu, Carmen  (Jiamin)" userId="44b7c590-11dd-41a4-aa23-563d65d9652c" providerId="ADAL" clId="{0B05FE2F-A9B2-4356-BF6F-DFACF34022CD}" dt="2025-07-23T17:50:43.638" v="3176" actId="26606"/>
          <ac:graphicFrameMkLst>
            <pc:docMk/>
            <pc:sldMk cId="1898984108" sldId="324"/>
            <ac:graphicFrameMk id="17" creationId="{7D6C45A6-DA2B-74C0-6EBB-B3D6703187B5}"/>
          </ac:graphicFrameMkLst>
        </pc:graphicFrameChg>
        <pc:graphicFrameChg chg="add del">
          <ac:chgData name="Lu, Carmen  (Jiamin)" userId="44b7c590-11dd-41a4-aa23-563d65d9652c" providerId="ADAL" clId="{0B05FE2F-A9B2-4356-BF6F-DFACF34022CD}" dt="2025-07-23T17:50:48.562" v="3178" actId="26606"/>
          <ac:graphicFrameMkLst>
            <pc:docMk/>
            <pc:sldMk cId="1898984108" sldId="324"/>
            <ac:graphicFrameMk id="19" creationId="{6448CC67-AB2E-3C19-9EB9-1908E451BA1E}"/>
          </ac:graphicFrameMkLst>
        </pc:graphicFrameChg>
        <pc:picChg chg="add mod">
          <ac:chgData name="Lu, Carmen  (Jiamin)" userId="44b7c590-11dd-41a4-aa23-563d65d9652c" providerId="ADAL" clId="{0B05FE2F-A9B2-4356-BF6F-DFACF34022CD}" dt="2025-07-23T19:38:17.685" v="3562" actId="1076"/>
          <ac:picMkLst>
            <pc:docMk/>
            <pc:sldMk cId="1898984108" sldId="324"/>
            <ac:picMk id="3" creationId="{5CE24BD7-7A66-B6C8-0F64-1753AF7FFB25}"/>
          </ac:picMkLst>
        </pc:picChg>
      </pc:sldChg>
      <pc:sldChg chg="addSp delSp modSp new del">
        <pc:chgData name="Lu, Carmen  (Jiamin)" userId="44b7c590-11dd-41a4-aa23-563d65d9652c" providerId="ADAL" clId="{0B05FE2F-A9B2-4356-BF6F-DFACF34022CD}" dt="2025-07-22T21:29:35.720" v="1366" actId="2696"/>
        <pc:sldMkLst>
          <pc:docMk/>
          <pc:sldMk cId="1856674122" sldId="325"/>
        </pc:sldMkLst>
      </pc:sldChg>
      <pc:sldChg chg="addSp delSp modSp add mod ord setBg modAnim">
        <pc:chgData name="Lu, Carmen  (Jiamin)" userId="44b7c590-11dd-41a4-aa23-563d65d9652c" providerId="ADAL" clId="{0B05FE2F-A9B2-4356-BF6F-DFACF34022CD}" dt="2025-07-23T20:13:28.581" v="3974" actId="20577"/>
        <pc:sldMkLst>
          <pc:docMk/>
          <pc:sldMk cId="3567505686" sldId="326"/>
        </pc:sldMkLst>
        <pc:spChg chg="mod">
          <ac:chgData name="Lu, Carmen  (Jiamin)" userId="44b7c590-11dd-41a4-aa23-563d65d9652c" providerId="ADAL" clId="{0B05FE2F-A9B2-4356-BF6F-DFACF34022CD}" dt="2025-07-23T00:19:48.399" v="2886"/>
          <ac:spMkLst>
            <pc:docMk/>
            <pc:sldMk cId="3567505686" sldId="326"/>
            <ac:spMk id="2" creationId="{830EDA98-5B81-F5D5-360E-E9E2B111C19F}"/>
          </ac:spMkLst>
        </pc:spChg>
        <pc:spChg chg="add">
          <ac:chgData name="Lu, Carmen  (Jiamin)" userId="44b7c590-11dd-41a4-aa23-563d65d9652c" providerId="ADAL" clId="{0B05FE2F-A9B2-4356-BF6F-DFACF34022CD}" dt="2025-07-23T00:17:40.798" v="2861"/>
          <ac:spMkLst>
            <pc:docMk/>
            <pc:sldMk cId="3567505686" sldId="326"/>
            <ac:spMk id="3" creationId="{222E362F-97D5-9C95-9A49-104FB0905F6D}"/>
          </ac:spMkLst>
        </pc:spChg>
        <pc:spChg chg="add del mod">
          <ac:chgData name="Lu, Carmen  (Jiamin)" userId="44b7c590-11dd-41a4-aa23-563d65d9652c" providerId="ADAL" clId="{0B05FE2F-A9B2-4356-BF6F-DFACF34022CD}" dt="2025-07-23T20:13:28.581" v="3974" actId="20577"/>
          <ac:spMkLst>
            <pc:docMk/>
            <pc:sldMk cId="3567505686" sldId="326"/>
            <ac:spMk id="4" creationId="{D9BDCF04-A234-48CE-AC28-EB1E63234464}"/>
          </ac:spMkLst>
        </pc:spChg>
        <pc:spChg chg="add mod">
          <ac:chgData name="Lu, Carmen  (Jiamin)" userId="44b7c590-11dd-41a4-aa23-563d65d9652c" providerId="ADAL" clId="{0B05FE2F-A9B2-4356-BF6F-DFACF34022CD}" dt="2025-07-23T00:21:46.395" v="2904"/>
          <ac:spMkLst>
            <pc:docMk/>
            <pc:sldMk cId="3567505686" sldId="326"/>
            <ac:spMk id="5" creationId="{41E119DC-9BD8-3AE1-28D0-043BE2783193}"/>
          </ac:spMkLst>
        </pc:spChg>
      </pc:sldChg>
      <pc:sldChg chg="delSp modSp new mod modAnim">
        <pc:chgData name="Lu, Carmen  (Jiamin)" userId="44b7c590-11dd-41a4-aa23-563d65d9652c" providerId="ADAL" clId="{0B05FE2F-A9B2-4356-BF6F-DFACF34022CD}" dt="2025-07-23T20:43:00.892" v="4023"/>
        <pc:sldMkLst>
          <pc:docMk/>
          <pc:sldMk cId="1272724271" sldId="327"/>
        </pc:sldMkLst>
        <pc:spChg chg="mod">
          <ac:chgData name="Lu, Carmen  (Jiamin)" userId="44b7c590-11dd-41a4-aa23-563d65d9652c" providerId="ADAL" clId="{0B05FE2F-A9B2-4356-BF6F-DFACF34022CD}" dt="2025-07-23T18:19:34.031" v="3437" actId="1076"/>
          <ac:spMkLst>
            <pc:docMk/>
            <pc:sldMk cId="1272724271" sldId="327"/>
            <ac:spMk id="2" creationId="{7EE786C2-92BD-84F3-4EC6-E08EA522BEE8}"/>
          </ac:spMkLst>
        </pc:spChg>
        <pc:spChg chg="del">
          <ac:chgData name="Lu, Carmen  (Jiamin)" userId="44b7c590-11dd-41a4-aa23-563d65d9652c" providerId="ADAL" clId="{0B05FE2F-A9B2-4356-BF6F-DFACF34022CD}" dt="2025-07-23T00:03:38.583" v="2692" actId="478"/>
          <ac:spMkLst>
            <pc:docMk/>
            <pc:sldMk cId="1272724271" sldId="327"/>
            <ac:spMk id="3" creationId="{76F0FC77-D3D1-B16A-29A1-412FDD258076}"/>
          </ac:spMkLst>
        </pc:spChg>
      </pc:sldChg>
      <pc:sldChg chg="addSp delSp modSp new del mod">
        <pc:chgData name="Lu, Carmen  (Jiamin)" userId="44b7c590-11dd-41a4-aa23-563d65d9652c" providerId="ADAL" clId="{0B05FE2F-A9B2-4356-BF6F-DFACF34022CD}" dt="2025-07-23T20:42:32.388" v="4018" actId="2696"/>
        <pc:sldMkLst>
          <pc:docMk/>
          <pc:sldMk cId="1302938964" sldId="328"/>
        </pc:sldMkLst>
        <pc:spChg chg="del">
          <ac:chgData name="Lu, Carmen  (Jiamin)" userId="44b7c590-11dd-41a4-aa23-563d65d9652c" providerId="ADAL" clId="{0B05FE2F-A9B2-4356-BF6F-DFACF34022CD}" dt="2025-07-23T20:40:08.469" v="4003" actId="478"/>
          <ac:spMkLst>
            <pc:docMk/>
            <pc:sldMk cId="1302938964" sldId="328"/>
            <ac:spMk id="2" creationId="{38365B64-23BA-3629-264F-ABC698DAA82F}"/>
          </ac:spMkLst>
        </pc:spChg>
        <pc:spChg chg="add del mod">
          <ac:chgData name="Lu, Carmen  (Jiamin)" userId="44b7c590-11dd-41a4-aa23-563d65d9652c" providerId="ADAL" clId="{0B05FE2F-A9B2-4356-BF6F-DFACF34022CD}" dt="2025-07-23T00:31:01.579" v="3138" actId="20577"/>
          <ac:spMkLst>
            <pc:docMk/>
            <pc:sldMk cId="1302938964" sldId="328"/>
            <ac:spMk id="3" creationId="{3A2BD2C5-B4E3-1F2D-70AA-592DD1274D48}"/>
          </ac:spMkLst>
        </pc:spChg>
        <pc:spChg chg="add mod">
          <ac:chgData name="Lu, Carmen  (Jiamin)" userId="44b7c590-11dd-41a4-aa23-563d65d9652c" providerId="ADAL" clId="{0B05FE2F-A9B2-4356-BF6F-DFACF34022CD}" dt="2025-07-23T00:28:53.487" v="3106"/>
          <ac:spMkLst>
            <pc:docMk/>
            <pc:sldMk cId="1302938964" sldId="328"/>
            <ac:spMk id="4" creationId="{B249DEFA-5247-669B-2EC2-B41030847E84}"/>
          </ac:spMkLst>
        </pc:spChg>
        <pc:spChg chg="add del mod">
          <ac:chgData name="Lu, Carmen  (Jiamin)" userId="44b7c590-11dd-41a4-aa23-563d65d9652c" providerId="ADAL" clId="{0B05FE2F-A9B2-4356-BF6F-DFACF34022CD}" dt="2025-07-23T20:41:09.425" v="4005" actId="478"/>
          <ac:spMkLst>
            <pc:docMk/>
            <pc:sldMk cId="1302938964" sldId="328"/>
            <ac:spMk id="5" creationId="{09643B6E-5E05-7EF9-5FB9-47086F85B40D}"/>
          </ac:spMkLst>
        </pc:spChg>
      </pc:sldChg>
      <pc:sldChg chg="delSp modSp new del mod ord">
        <pc:chgData name="Lu, Carmen  (Jiamin)" userId="44b7c590-11dd-41a4-aa23-563d65d9652c" providerId="ADAL" clId="{0B05FE2F-A9B2-4356-BF6F-DFACF34022CD}" dt="2025-07-23T18:24:24.813" v="3466" actId="47"/>
        <pc:sldMkLst>
          <pc:docMk/>
          <pc:sldMk cId="2015318774" sldId="329"/>
        </pc:sldMkLst>
        <pc:spChg chg="mod">
          <ac:chgData name="Lu, Carmen  (Jiamin)" userId="44b7c590-11dd-41a4-aa23-563d65d9652c" providerId="ADAL" clId="{0B05FE2F-A9B2-4356-BF6F-DFACF34022CD}" dt="2025-07-23T18:24:19.246" v="3463" actId="27636"/>
          <ac:spMkLst>
            <pc:docMk/>
            <pc:sldMk cId="2015318774" sldId="329"/>
            <ac:spMk id="2" creationId="{831A7EF7-CCE4-01B2-01B4-E6F587C01181}"/>
          </ac:spMkLst>
        </pc:spChg>
        <pc:spChg chg="del">
          <ac:chgData name="Lu, Carmen  (Jiamin)" userId="44b7c590-11dd-41a4-aa23-563d65d9652c" providerId="ADAL" clId="{0B05FE2F-A9B2-4356-BF6F-DFACF34022CD}" dt="2025-07-23T17:46:54.206" v="3143" actId="478"/>
          <ac:spMkLst>
            <pc:docMk/>
            <pc:sldMk cId="2015318774" sldId="329"/>
            <ac:spMk id="3" creationId="{C7577DAB-7544-813F-FC8D-81D3AEA36693}"/>
          </ac:spMkLst>
        </pc:spChg>
      </pc:sldChg>
      <pc:sldChg chg="addSp delSp modSp new mod ord">
        <pc:chgData name="Lu, Carmen  (Jiamin)" userId="44b7c590-11dd-41a4-aa23-563d65d9652c" providerId="ADAL" clId="{0B05FE2F-A9B2-4356-BF6F-DFACF34022CD}" dt="2025-07-23T19:52:53.510" v="3700"/>
        <pc:sldMkLst>
          <pc:docMk/>
          <pc:sldMk cId="1002196647" sldId="330"/>
        </pc:sldMkLst>
        <pc:spChg chg="del">
          <ac:chgData name="Lu, Carmen  (Jiamin)" userId="44b7c590-11dd-41a4-aa23-563d65d9652c" providerId="ADAL" clId="{0B05FE2F-A9B2-4356-BF6F-DFACF34022CD}" dt="2025-07-23T17:50:05.160" v="3162" actId="478"/>
          <ac:spMkLst>
            <pc:docMk/>
            <pc:sldMk cId="1002196647" sldId="330"/>
            <ac:spMk id="2" creationId="{0E953E4C-AB5E-3088-E1F3-20779557AEDC}"/>
          </ac:spMkLst>
        </pc:spChg>
        <pc:spChg chg="del">
          <ac:chgData name="Lu, Carmen  (Jiamin)" userId="44b7c590-11dd-41a4-aa23-563d65d9652c" providerId="ADAL" clId="{0B05FE2F-A9B2-4356-BF6F-DFACF34022CD}" dt="2025-07-23T17:50:07.696" v="3163" actId="478"/>
          <ac:spMkLst>
            <pc:docMk/>
            <pc:sldMk cId="1002196647" sldId="330"/>
            <ac:spMk id="3" creationId="{A77726DC-FDA9-BD7F-D1F2-4D45D64C9B8D}"/>
          </ac:spMkLst>
        </pc:spChg>
        <pc:picChg chg="add mod">
          <ac:chgData name="Lu, Carmen  (Jiamin)" userId="44b7c590-11dd-41a4-aa23-563d65d9652c" providerId="ADAL" clId="{0B05FE2F-A9B2-4356-BF6F-DFACF34022CD}" dt="2025-07-23T17:50:10.955" v="3164" actId="1076"/>
          <ac:picMkLst>
            <pc:docMk/>
            <pc:sldMk cId="1002196647" sldId="330"/>
            <ac:picMk id="4" creationId="{13518847-FC96-32D8-1D0C-5323C17094DA}"/>
          </ac:picMkLst>
        </pc:picChg>
      </pc:sldChg>
      <pc:sldChg chg="addSp delSp modSp new mod">
        <pc:chgData name="Lu, Carmen  (Jiamin)" userId="44b7c590-11dd-41a4-aa23-563d65d9652c" providerId="ADAL" clId="{0B05FE2F-A9B2-4356-BF6F-DFACF34022CD}" dt="2025-07-23T18:12:21.903" v="3419" actId="113"/>
        <pc:sldMkLst>
          <pc:docMk/>
          <pc:sldMk cId="1627325265" sldId="331"/>
        </pc:sldMkLst>
        <pc:spChg chg="del">
          <ac:chgData name="Lu, Carmen  (Jiamin)" userId="44b7c590-11dd-41a4-aa23-563d65d9652c" providerId="ADAL" clId="{0B05FE2F-A9B2-4356-BF6F-DFACF34022CD}" dt="2025-07-23T18:11:29.768" v="3340" actId="478"/>
          <ac:spMkLst>
            <pc:docMk/>
            <pc:sldMk cId="1627325265" sldId="331"/>
            <ac:spMk id="2" creationId="{2F7B91B6-DE33-8ECB-C3DF-E1C13A7651D2}"/>
          </ac:spMkLst>
        </pc:spChg>
        <pc:spChg chg="del">
          <ac:chgData name="Lu, Carmen  (Jiamin)" userId="44b7c590-11dd-41a4-aa23-563d65d9652c" providerId="ADAL" clId="{0B05FE2F-A9B2-4356-BF6F-DFACF34022CD}" dt="2025-07-23T18:11:26.897" v="3338" actId="478"/>
          <ac:spMkLst>
            <pc:docMk/>
            <pc:sldMk cId="1627325265" sldId="331"/>
            <ac:spMk id="3" creationId="{10588F5F-4902-C580-EEBF-3FFCD8394FCE}"/>
          </ac:spMkLst>
        </pc:spChg>
        <pc:spChg chg="add mod">
          <ac:chgData name="Lu, Carmen  (Jiamin)" userId="44b7c590-11dd-41a4-aa23-563d65d9652c" providerId="ADAL" clId="{0B05FE2F-A9B2-4356-BF6F-DFACF34022CD}" dt="2025-07-23T18:12:21.903" v="3419" actId="113"/>
          <ac:spMkLst>
            <pc:docMk/>
            <pc:sldMk cId="1627325265" sldId="331"/>
            <ac:spMk id="6" creationId="{FAD21D8C-4B04-077A-D53C-831604864D5E}"/>
          </ac:spMkLst>
        </pc:spChg>
        <pc:picChg chg="add mod modCrop">
          <ac:chgData name="Lu, Carmen  (Jiamin)" userId="44b7c590-11dd-41a4-aa23-563d65d9652c" providerId="ADAL" clId="{0B05FE2F-A9B2-4356-BF6F-DFACF34022CD}" dt="2025-07-23T18:11:33.207" v="3341" actId="1076"/>
          <ac:picMkLst>
            <pc:docMk/>
            <pc:sldMk cId="1627325265" sldId="331"/>
            <ac:picMk id="5" creationId="{3E4A4930-BC5C-4A8F-A307-2AD2F666A39A}"/>
          </ac:picMkLst>
        </pc:picChg>
      </pc:sldChg>
      <pc:sldChg chg="addSp delSp modSp new del mod modClrScheme chgLayout">
        <pc:chgData name="Lu, Carmen  (Jiamin)" userId="44b7c590-11dd-41a4-aa23-563d65d9652c" providerId="ADAL" clId="{0B05FE2F-A9B2-4356-BF6F-DFACF34022CD}" dt="2025-07-23T19:32:24.756" v="3527" actId="2696"/>
        <pc:sldMkLst>
          <pc:docMk/>
          <pc:sldMk cId="1515860352" sldId="332"/>
        </pc:sldMkLst>
        <pc:spChg chg="mod">
          <ac:chgData name="Lu, Carmen  (Jiamin)" userId="44b7c590-11dd-41a4-aa23-563d65d9652c" providerId="ADAL" clId="{0B05FE2F-A9B2-4356-BF6F-DFACF34022CD}" dt="2025-07-23T18:28:33.883" v="3507" actId="26606"/>
          <ac:spMkLst>
            <pc:docMk/>
            <pc:sldMk cId="1515860352" sldId="332"/>
            <ac:spMk id="2" creationId="{36229D53-826D-5FEB-7AFF-32D19D1067FE}"/>
          </ac:spMkLst>
        </pc:spChg>
        <pc:spChg chg="del">
          <ac:chgData name="Lu, Carmen  (Jiamin)" userId="44b7c590-11dd-41a4-aa23-563d65d9652c" providerId="ADAL" clId="{0B05FE2F-A9B2-4356-BF6F-DFACF34022CD}" dt="2025-07-23T18:24:28.736" v="3467" actId="478"/>
          <ac:spMkLst>
            <pc:docMk/>
            <pc:sldMk cId="1515860352" sldId="332"/>
            <ac:spMk id="3" creationId="{3ED79601-91C6-F162-ECD1-DACB17720EB5}"/>
          </ac:spMkLst>
        </pc:spChg>
        <pc:spChg chg="add mod">
          <ac:chgData name="Lu, Carmen  (Jiamin)" userId="44b7c590-11dd-41a4-aa23-563d65d9652c" providerId="ADAL" clId="{0B05FE2F-A9B2-4356-BF6F-DFACF34022CD}" dt="2025-07-23T18:28:33.883" v="3507" actId="26606"/>
          <ac:spMkLst>
            <pc:docMk/>
            <pc:sldMk cId="1515860352" sldId="332"/>
            <ac:spMk id="7" creationId="{F66BD16F-DFA6-0B81-B55C-9B1D07119CA4}"/>
          </ac:spMkLst>
        </pc:spChg>
      </pc:sldChg>
      <pc:sldChg chg="addSp delSp modSp new del mod ord">
        <pc:chgData name="Lu, Carmen  (Jiamin)" userId="44b7c590-11dd-41a4-aa23-563d65d9652c" providerId="ADAL" clId="{0B05FE2F-A9B2-4356-BF6F-DFACF34022CD}" dt="2025-07-23T18:21:17.213" v="3455" actId="2696"/>
        <pc:sldMkLst>
          <pc:docMk/>
          <pc:sldMk cId="1750359430" sldId="332"/>
        </pc:sldMkLst>
        <pc:spChg chg="del">
          <ac:chgData name="Lu, Carmen  (Jiamin)" userId="44b7c590-11dd-41a4-aa23-563d65d9652c" providerId="ADAL" clId="{0B05FE2F-A9B2-4356-BF6F-DFACF34022CD}" dt="2025-07-23T18:20:02.427" v="3442" actId="478"/>
          <ac:spMkLst>
            <pc:docMk/>
            <pc:sldMk cId="1750359430" sldId="332"/>
            <ac:spMk id="2" creationId="{06449C13-B528-FAFA-438F-8A7DF86E8492}"/>
          </ac:spMkLst>
        </pc:spChg>
        <pc:spChg chg="del">
          <ac:chgData name="Lu, Carmen  (Jiamin)" userId="44b7c590-11dd-41a4-aa23-563d65d9652c" providerId="ADAL" clId="{0B05FE2F-A9B2-4356-BF6F-DFACF34022CD}" dt="2025-07-23T18:20:04.657" v="3443" actId="478"/>
          <ac:spMkLst>
            <pc:docMk/>
            <pc:sldMk cId="1750359430" sldId="332"/>
            <ac:spMk id="3" creationId="{86DD5A90-F758-9782-5E8C-8646EF8F3B96}"/>
          </ac:spMkLst>
        </pc:spChg>
        <pc:picChg chg="add mod">
          <ac:chgData name="Lu, Carmen  (Jiamin)" userId="44b7c590-11dd-41a4-aa23-563d65d9652c" providerId="ADAL" clId="{0B05FE2F-A9B2-4356-BF6F-DFACF34022CD}" dt="2025-07-23T18:20:21.302" v="3448" actId="1076"/>
          <ac:picMkLst>
            <pc:docMk/>
            <pc:sldMk cId="1750359430" sldId="332"/>
            <ac:picMk id="5" creationId="{E86C74C5-06AF-3FAF-C557-E5B9975303D9}"/>
          </ac:picMkLst>
        </pc:picChg>
      </pc:sldChg>
      <pc:sldChg chg="addSp delSp modSp new mod modAnim">
        <pc:chgData name="Lu, Carmen  (Jiamin)" userId="44b7c590-11dd-41a4-aa23-563d65d9652c" providerId="ADAL" clId="{0B05FE2F-A9B2-4356-BF6F-DFACF34022CD}" dt="2025-07-23T20:06:55.832" v="3967"/>
        <pc:sldMkLst>
          <pc:docMk/>
          <pc:sldMk cId="1362851051" sldId="333"/>
        </pc:sldMkLst>
        <pc:spChg chg="add mod">
          <ac:chgData name="Lu, Carmen  (Jiamin)" userId="44b7c590-11dd-41a4-aa23-563d65d9652c" providerId="ADAL" clId="{0B05FE2F-A9B2-4356-BF6F-DFACF34022CD}" dt="2025-07-23T19:39:48.222" v="3612" actId="1076"/>
          <ac:spMkLst>
            <pc:docMk/>
            <pc:sldMk cId="1362851051" sldId="333"/>
            <ac:spMk id="2" creationId="{2FC25CA4-B358-88CB-69AA-BCE8AAF9E636}"/>
          </ac:spMkLst>
        </pc:spChg>
        <pc:spChg chg="del">
          <ac:chgData name="Lu, Carmen  (Jiamin)" userId="44b7c590-11dd-41a4-aa23-563d65d9652c" providerId="ADAL" clId="{0B05FE2F-A9B2-4356-BF6F-DFACF34022CD}" dt="2025-07-23T18:32:49.982" v="3512" actId="478"/>
          <ac:spMkLst>
            <pc:docMk/>
            <pc:sldMk cId="1362851051" sldId="333"/>
            <ac:spMk id="2" creationId="{A4E7ECA0-7566-211B-7888-BF8EAB3FDC8E}"/>
          </ac:spMkLst>
        </pc:spChg>
        <pc:spChg chg="del">
          <ac:chgData name="Lu, Carmen  (Jiamin)" userId="44b7c590-11dd-41a4-aa23-563d65d9652c" providerId="ADAL" clId="{0B05FE2F-A9B2-4356-BF6F-DFACF34022CD}" dt="2025-07-23T18:32:52.468" v="3513" actId="478"/>
          <ac:spMkLst>
            <pc:docMk/>
            <pc:sldMk cId="1362851051" sldId="333"/>
            <ac:spMk id="3" creationId="{BDF46637-EE5D-2C0C-9F3F-B26F5AE18449}"/>
          </ac:spMkLst>
        </pc:spChg>
        <pc:spChg chg="add mod">
          <ac:chgData name="Lu, Carmen  (Jiamin)" userId="44b7c590-11dd-41a4-aa23-563d65d9652c" providerId="ADAL" clId="{0B05FE2F-A9B2-4356-BF6F-DFACF34022CD}" dt="2025-07-23T19:41:19.716" v="3659" actId="20577"/>
          <ac:spMkLst>
            <pc:docMk/>
            <pc:sldMk cId="1362851051" sldId="333"/>
            <ac:spMk id="6" creationId="{1BE22981-5739-73DB-ED58-AE10A90D5302}"/>
          </ac:spMkLst>
        </pc:spChg>
        <pc:spChg chg="add mod">
          <ac:chgData name="Lu, Carmen  (Jiamin)" userId="44b7c590-11dd-41a4-aa23-563d65d9652c" providerId="ADAL" clId="{0B05FE2F-A9B2-4356-BF6F-DFACF34022CD}" dt="2025-07-23T20:05:23.350" v="3964" actId="113"/>
          <ac:spMkLst>
            <pc:docMk/>
            <pc:sldMk cId="1362851051" sldId="333"/>
            <ac:spMk id="7" creationId="{5CC2FB1D-51E9-529C-B499-D75F49AFCCF0}"/>
          </ac:spMkLst>
        </pc:spChg>
        <pc:spChg chg="add">
          <ac:chgData name="Lu, Carmen  (Jiamin)" userId="44b7c590-11dd-41a4-aa23-563d65d9652c" providerId="ADAL" clId="{0B05FE2F-A9B2-4356-BF6F-DFACF34022CD}" dt="2025-07-23T20:04:03.061" v="3945"/>
          <ac:spMkLst>
            <pc:docMk/>
            <pc:sldMk cId="1362851051" sldId="333"/>
            <ac:spMk id="8" creationId="{E264F5A8-0DDD-F424-7DB2-082492EC4EA4}"/>
          </ac:spMkLst>
        </pc:spChg>
        <pc:picChg chg="add mod">
          <ac:chgData name="Lu, Carmen  (Jiamin)" userId="44b7c590-11dd-41a4-aa23-563d65d9652c" providerId="ADAL" clId="{0B05FE2F-A9B2-4356-BF6F-DFACF34022CD}" dt="2025-07-23T20:04:22.522" v="3954" actId="1076"/>
          <ac:picMkLst>
            <pc:docMk/>
            <pc:sldMk cId="1362851051" sldId="333"/>
            <ac:picMk id="4" creationId="{FA6E07C9-CFAA-CE31-4F6F-FFA1C4084391}"/>
          </ac:picMkLst>
        </pc:picChg>
        <pc:picChg chg="add mod modCrop">
          <ac:chgData name="Lu, Carmen  (Jiamin)" userId="44b7c590-11dd-41a4-aa23-563d65d9652c" providerId="ADAL" clId="{0B05FE2F-A9B2-4356-BF6F-DFACF34022CD}" dt="2025-07-23T19:39:51.463" v="3613" actId="1076"/>
          <ac:picMkLst>
            <pc:docMk/>
            <pc:sldMk cId="1362851051" sldId="333"/>
            <ac:picMk id="5" creationId="{A20F4660-8B8E-7157-043F-F06819F54D26}"/>
          </ac:picMkLst>
        </pc:picChg>
      </pc:sldChg>
      <pc:sldChg chg="modSp add modAnim">
        <pc:chgData name="Lu, Carmen  (Jiamin)" userId="44b7c590-11dd-41a4-aa23-563d65d9652c" providerId="ADAL" clId="{0B05FE2F-A9B2-4356-BF6F-DFACF34022CD}" dt="2025-07-24T21:45:53.425" v="4386" actId="20577"/>
        <pc:sldMkLst>
          <pc:docMk/>
          <pc:sldMk cId="599970393" sldId="334"/>
        </pc:sldMkLst>
        <pc:spChg chg="mod">
          <ac:chgData name="Lu, Carmen  (Jiamin)" userId="44b7c590-11dd-41a4-aa23-563d65d9652c" providerId="ADAL" clId="{0B05FE2F-A9B2-4356-BF6F-DFACF34022CD}" dt="2025-07-24T21:45:53.425" v="4386" actId="20577"/>
          <ac:spMkLst>
            <pc:docMk/>
            <pc:sldMk cId="599970393" sldId="334"/>
            <ac:spMk id="27" creationId="{2A6A690A-EAF4-A9ED-53AF-467F5290686F}"/>
          </ac:spMkLst>
        </pc:spChg>
      </pc:sldChg>
      <pc:sldChg chg="add ord modAnim">
        <pc:chgData name="Lu, Carmen  (Jiamin)" userId="44b7c590-11dd-41a4-aa23-563d65d9652c" providerId="ADAL" clId="{0B05FE2F-A9B2-4356-BF6F-DFACF34022CD}" dt="2025-07-23T20:14:58.626" v="3980"/>
        <pc:sldMkLst>
          <pc:docMk/>
          <pc:sldMk cId="3914372607" sldId="335"/>
        </pc:sldMkLst>
      </pc:sldChg>
      <pc:sldMasterChg chg="delSldLayout">
        <pc:chgData name="Lu, Carmen  (Jiamin)" userId="44b7c590-11dd-41a4-aa23-563d65d9652c" providerId="ADAL" clId="{0B05FE2F-A9B2-4356-BF6F-DFACF34022CD}" dt="2025-07-22T21:22:40.683" v="1075" actId="2696"/>
        <pc:sldMasterMkLst>
          <pc:docMk/>
          <pc:sldMasterMk cId="1110217028" sldId="2147483719"/>
        </pc:sldMasterMkLst>
        <pc:sldLayoutChg chg="del">
          <pc:chgData name="Lu, Carmen  (Jiamin)" userId="44b7c590-11dd-41a4-aa23-563d65d9652c" providerId="ADAL" clId="{0B05FE2F-A9B2-4356-BF6F-DFACF34022CD}" dt="2025-07-22T21:22:40.683" v="1075" actId="2696"/>
          <pc:sldLayoutMkLst>
            <pc:docMk/>
            <pc:sldMasterMk cId="1110217028" sldId="2147483719"/>
            <pc:sldLayoutMk cId="2140518824" sldId="21474837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73327-26E7-4993-A207-73120F12ADE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E266F-A93C-4350-B26B-A5902B52F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2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AF188A-0F44-FD4E-B909-E82A9DA27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2874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Currently, </a:t>
            </a:r>
            <a:r>
              <a:rPr lang="en-US" dirty="0" err="1"/>
              <a:t>PowerBi</a:t>
            </a:r>
            <a:r>
              <a:rPr lang="en-US" dirty="0"/>
              <a:t> can’t auto refresh is using Python script, so I chose SQL query to make sure data auto </a:t>
            </a:r>
            <a:r>
              <a:rPr lang="en-US" dirty="0" err="1"/>
              <a:t>refesh</a:t>
            </a:r>
            <a:r>
              <a:rPr lang="en-US" dirty="0"/>
              <a:t>. Data Lakehouse is coming, but we can make some changes with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59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Description is a built-in function in DAS,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53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86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slide headlin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48BA-C5A5-0B4A-A8FC-30B9944C0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79CB2-8C7A-A942-8C88-139B54AFC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2652DE5C-3AB6-5D12-EA73-C94FEEDF6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87F9CC5-7E48-4CD4-7A9E-EE3949ABD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5B105F20-BF7C-7593-BF6A-23E93E550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1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6A89234-9B97-3551-7AEE-38C35F7D5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3768D19-657B-68FE-A476-41A7728BB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825585E9-ECB7-B8E4-C967-674D808C3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3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, bullet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6A89234-9B97-3551-7AEE-38C35F7D5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3768D19-657B-68FE-A476-41A7728BB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825585E9-ECB7-B8E4-C967-674D808C3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22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line and grey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5073-3790-DE46-8A88-638C1A05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8403B-0A88-1946-B260-5996B39CA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ts val="3200"/>
              </a:lnSpc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6A889C-2924-E848-0BAA-F7B01E28D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7B0C9B-262E-82F2-AB5A-8115F885D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2F631D30-76BE-A17A-E749-83ED4FE4A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26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68A9-EFDE-3F47-ABD3-B6093A61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E8719-D012-5E4D-8BEC-889833F9C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DA3CA-8D9C-9841-A514-B00A6DCD0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DF744A9-5E33-6680-EE8B-32844A576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7E38444-9B41-C8A7-0677-2887FA47F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5FEB3219-3831-5A07-2491-3901B1D4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9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53D8F-17C2-2449-B5E5-353CBC07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E6B38-5FB8-EE43-B9AC-70BFF0749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ts val="35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4002F-9765-6B4F-BACA-92758583B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2400"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B914C-4512-6744-B7CE-085A95CA0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58BAB-36BD-0A40-9D35-C10AB079B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4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A665018-D630-ED45-BBF6-48C212730F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D97FF0E-34D8-DFFC-F556-7C302221BD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F0E6860C-597E-B5CE-C44E-F04B5B0C03C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16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e as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DD8A-D3AD-A443-992E-349D68E9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C842CE-E89F-1245-B923-E0DE7A7EF5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10515600" cy="4175125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199311A-A473-D19B-86E8-8F2EBCCAB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4F012A-598A-2042-3209-D93E19DE2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C72F663B-D9C4-226B-1D24-6EAA03AEDE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5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524DF4F-66BA-ED22-1B43-6E8C23811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E5AEED-7B99-3313-980D-C697DA6E2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1EFE1638-BE92-FE20-8151-CE9B09E28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7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niq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00FB10-7E9B-CC15-32B2-4F29B7EA9C1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406" y="1916241"/>
            <a:ext cx="10946394" cy="3864845"/>
          </a:xfrm>
        </p:spPr>
        <p:txBody>
          <a:bodyPr>
            <a:normAutofit/>
          </a:bodyPr>
          <a:lstStyle>
            <a:lvl2pPr marL="457200" marR="0" indent="0" algn="l" defTabSz="914400" rtl="0" eaLnBrk="1" fontAlgn="auto" latinLnBrk="0" hangingPunct="1">
              <a:lnSpc>
                <a:spcPts val="24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2pPr>
          </a:lstStyle>
          <a:p>
            <a:pPr marL="457200" lvl="1" indent="0">
              <a:lnSpc>
                <a:spcPts val="2400"/>
              </a:lnSpc>
              <a:buNone/>
            </a:pPr>
            <a:r>
              <a:rPr lang="en-US" sz="1800" dirty="0"/>
              <a:t>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20E084B-442B-AF07-A176-9303762E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4949325-2A92-D92F-0D76-A269CCC7EA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57E8C02-C045-98EA-107D-D56158A78C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C9523F8-74C3-9F32-A5D2-E32E5D10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06" y="365126"/>
            <a:ext cx="10946394" cy="7117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376A47-96B0-AC04-BD1E-142A9462439C}"/>
              </a:ext>
            </a:extLst>
          </p:cNvPr>
          <p:cNvSpPr txBox="1"/>
          <p:nvPr/>
        </p:nvSpPr>
        <p:spPr>
          <a:xfrm>
            <a:off x="407406" y="1452123"/>
            <a:ext cx="10946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317580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C050B-8841-DD4E-BF9C-160CAA38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85F4-7D1B-6B47-A83C-E6F0F0652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3200"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2800"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2400"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2000"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DCC80-49F3-9F42-8CF2-6A9A2FD31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53CF516-57F7-D5ED-C777-B53E863F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80A51AD-D586-FBA5-FD8D-5E3E5FE10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02F34656-3AE2-EADA-CE1C-90715BC700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56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C92F-8526-584A-9F47-8A1FF38D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560CC-A167-9041-AAA8-DDEDB028F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E05AE-02CC-B249-8FA0-059D9CE27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FE26C8-AECE-1780-DBA1-B12E23D59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DDA317B-C492-907F-4CF2-D0B79123A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3954A71A-A181-E7B3-21AD-FD0929C4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00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B8F992A-396D-4B4F-B725-75F93175E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12040FA-E206-C041-BA3F-E28603EB0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5275"/>
            <a:ext cx="4572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2B4A5B-287B-E74F-9191-801DF68C3C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2525" y="4105275"/>
            <a:ext cx="4489450" cy="165576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B64B79-DC5D-F842-81B4-21F363A5A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3573463"/>
            <a:ext cx="9144000" cy="465137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dirty="0"/>
              <a:t>Click to edit – place date of presentation here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4BF437D-6D4F-97C8-8D3C-AD6DB68B8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7FA35FE-ED23-8287-404D-24B49D0B4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6AF01109-BE62-A4B2-EE3E-3292D8F8D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95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78AE8-0AC2-4D72-F193-57B3673B4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0CE97-F742-EE2D-3FF8-B3E768335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92F46-3C83-E40A-08AE-A9DA23EA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0ABFE-E3BF-6148-60FD-9CF6511D7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E69D3-0545-91C7-F691-DFFDDE32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45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ame as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DD8A-D3AD-A443-992E-349D68E9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C842CE-E89F-1245-B923-E0DE7A7EF5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10515600" cy="4175125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199311A-A473-D19B-86E8-8F2EBCCAB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4F012A-598A-2042-3209-D93E19DE2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C72F663B-D9C4-226B-1D24-6EAA03AEDE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34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slid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99F7DA6-9A67-3945-AB1A-1E4C54EB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12538C0-0663-814C-A4F7-CFB499221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CB27012-B36B-4E36-AF02-2BF068358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C9CAF34-C849-F406-EDF5-8E01B7843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D737CA77-9E93-9A30-1E53-D461131D6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011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6A89234-9B97-3551-7AEE-38C35F7D5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3768D19-657B-68FE-A476-41A7728BB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825585E9-ECB7-B8E4-C967-674D808C3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322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C572-869B-984A-8B89-0C755BDD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65FA6-E25E-8D46-99B7-D5DA1CBC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8105-0B43-AD49-BAD1-9C586709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857-59FE-EE44-8295-0E6D7BF3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86D759C-885E-3441-3BE6-1ADA0DDB6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EDB1FD4E-D631-934B-BCCD-C5E7E1501853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2542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E3FC-0AB0-F746-88B9-C86BBCE3E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1875-2DFF-754F-A2F6-093AFE425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30F0-50D7-E043-949D-3DD7D7A5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F6F23-0047-724E-91E9-319D71A4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88E4B1A8-EDE0-6409-D6D7-5DBE268D3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2D998538-5CEC-3F47-87B1-DC432A779DAF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18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EB19-BBF1-214C-9565-5F4E21D1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48294-191F-5F4F-BBEF-141D3C0F8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48A48-4996-CD41-8033-9A634C450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2EF37-E176-5845-A351-0659F7534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2553F-48EF-2E4F-A125-976CF2DD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6C48AF9-3718-7D83-FEAF-78300DCA8C0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DC999B04-BBC9-1145-89A9-DA0322FC00DA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7081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0452-1BFC-2C4F-BBDC-6D14316A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462CF-C3E0-6C43-B2B1-D41250A4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622DC-75A3-A047-B4F0-F89634466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D62FB-A5AC-434B-A050-14ED5544F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46A61-5950-7D4E-857F-5BE376684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B43CE-AAEE-B54C-92E2-9F4964ED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891ADB-A578-8F45-8698-4D86BDB9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90B809A4-6A95-A7BC-8B65-B07DA1093A4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9FC0C600-191E-344A-B2F8-C5CB50D62737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832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2545-2F70-824E-9C24-CED8FB46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C3AE1-A0EC-D94A-810D-313386F1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023DF-DBD3-E146-94DE-5101EED1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0C3773B-0FB9-382A-3913-F971059AA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CD99FF5F-CD4A-1C48-BB05-9175FC9C65FB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663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2BD40-3E78-D546-838B-E027ABEB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7C0F4-E4BC-4C4B-B820-E321D264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88279-3822-266A-D0F8-DB6D738C1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A718DD10-703A-B549-A274-0B76AFF61C83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423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83D5-7991-0347-AD61-C473D620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22F5-B36A-5F48-839F-9EFAF729E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2"/>
                </a:solidFill>
              </a:defRPr>
            </a:lvl1pPr>
            <a:lvl2pPr>
              <a:defRPr sz="2800">
                <a:solidFill>
                  <a:schemeClr val="bg2"/>
                </a:solidFill>
              </a:defRPr>
            </a:lvl2pPr>
            <a:lvl3pPr>
              <a:defRPr sz="2400">
                <a:solidFill>
                  <a:schemeClr val="bg2"/>
                </a:solidFill>
              </a:defRPr>
            </a:lvl3pPr>
            <a:lvl4pPr>
              <a:defRPr sz="2000">
                <a:solidFill>
                  <a:schemeClr val="bg2"/>
                </a:solidFill>
              </a:defRPr>
            </a:lvl4pPr>
            <a:lvl5pPr>
              <a:defRPr sz="20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4088D-BE8B-D842-82E6-1C5300084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693EB-7B6E-D248-BB1E-05D1F6AB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46996-3C2E-5C48-804A-1430821C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4AA81103-5E0B-2C7F-0B52-C764BCC6E63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C884A588-A090-C643-B172-DDBB1F965C57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476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7AF4-440C-A44B-802A-A4A54EB9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E66237-A380-8249-9A43-7043942EF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11DEC-435A-D44E-BD8B-38192B519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49F0A-C89B-BA43-A058-4C390D22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4A05B-9D64-9145-99C8-43AF0C83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B7820C6E-EF15-6A2F-AE93-5EE33ED26907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62BDD41E-200C-F04C-A25E-E2BDC8082F4F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910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80BC-3553-9245-A7F7-DC65F39E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3FA0AE-89E6-2D4F-B7EF-72EAE279E3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63713"/>
            <a:ext cx="10515600" cy="4367212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3200"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6532483-7DBB-547C-DD8E-F6A8C677F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12D77CD-EDEC-5F36-FE9A-4269362EE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9E8C7FEF-4885-AAFA-047F-C36FF2FB5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62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B8F992A-396D-4B4F-B725-75F93175E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12040FA-E206-C041-BA3F-E28603EB0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5275"/>
            <a:ext cx="4572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2B4A5B-287B-E74F-9191-801DF68C3C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2525" y="4105275"/>
            <a:ext cx="4489450" cy="165576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B64B79-DC5D-F842-81B4-21F363A5A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3573463"/>
            <a:ext cx="9144000" cy="465137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dirty="0"/>
              <a:t>Click to edit – place date of presentation here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4BF437D-6D4F-97C8-8D3C-AD6DB68B8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7FA35FE-ED23-8287-404D-24B49D0B4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6AF01109-BE62-A4B2-EE3E-3292D8F8D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556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31C2-1937-684D-A2E1-BF05D3F1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98645-1B49-6A49-B309-BF938F42726E}" type="datetime4">
              <a:rPr lang="en-US" smtClean="0"/>
              <a:t>July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8105-0B43-AD49-BAD1-9C586709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857-59FE-EE44-8295-0E6D7BF3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9F7DA6-9A67-3945-AB1A-1E4C54EB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12538C0-0663-814C-A4F7-CFB499221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931962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ame as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DD8A-D3AD-A443-992E-349D68E9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C842CE-E89F-1245-B923-E0DE7A7EF5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10515600" cy="4175125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199311A-A473-D19B-86E8-8F2EBCCAB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4F012A-598A-2042-3209-D93E19DE2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C72F663B-D9C4-226B-1D24-6EAA03AEDE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2247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78AE8-0AC2-4D72-F193-57B3673B4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0CE97-F742-EE2D-3FF8-B3E768335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92F46-3C83-E40A-08AE-A9DA23EA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0ABFE-E3BF-6148-60FD-9CF6511D7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E69D3-0545-91C7-F691-DFFDDE32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853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slid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31C2-1937-684D-A2E1-BF05D3F1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352A-87D9-054C-9C37-F9C3372EB792}" type="datetime4">
              <a:rPr lang="en-US" smtClean="0"/>
              <a:t>July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8105-0B43-AD49-BAD1-9C586709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857-59FE-EE44-8295-0E6D7BF3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9F7DA6-9A67-3945-AB1A-1E4C54EB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12538C0-0663-814C-A4F7-CFB499221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4057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6A89234-9B97-3551-7AEE-38C35F7D5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3768D19-657B-68FE-A476-41A7728BB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825585E9-ECB7-B8E4-C967-674D808C3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828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C572-869B-984A-8B89-0C755BDD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65FA6-E25E-8D46-99B7-D5DA1CBC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31C2-1937-684D-A2E1-BF05D3F1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3D62E-B7E5-134A-8F69-9B99864246AE}" type="datetime4">
              <a:rPr lang="en-US" smtClean="0"/>
              <a:t>July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8105-0B43-AD49-BAD1-9C586709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857-59FE-EE44-8295-0E6D7BF3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778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E3FC-0AB0-F746-88B9-C86BBCE3E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1875-2DFF-754F-A2F6-093AFE425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68FAA-D2D0-FE4D-AA51-3AFC0E00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ED50E-323E-4947-9904-14F71101310A}" type="datetime4">
              <a:rPr lang="en-US" smtClean="0"/>
              <a:t>July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30F0-50D7-E043-949D-3DD7D7A5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F6F23-0047-724E-91E9-319D71A4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585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EB19-BBF1-214C-9565-5F4E21D1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48294-191F-5F4F-BBEF-141D3C0F8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48A48-4996-CD41-8033-9A634C450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E7E0B-22D9-E543-A56E-B1671CFD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A0497-A626-C340-8E21-3C7464F1B6A9}" type="datetime4">
              <a:rPr lang="en-US" smtClean="0"/>
              <a:t>July 24,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2EF37-E176-5845-A351-0659F7534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2553F-48EF-2E4F-A125-976CF2DD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900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0452-1BFC-2C4F-BBDC-6D14316A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462CF-C3E0-6C43-B2B1-D41250A4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622DC-75A3-A047-B4F0-F89634466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D62FB-A5AC-434B-A050-14ED5544F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46A61-5950-7D4E-857F-5BE376684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E041B2-8F33-9240-99B2-EFAB4CB2C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A990-1750-204F-9D5D-887157DF346A}" type="datetime4">
              <a:rPr lang="en-US" smtClean="0"/>
              <a:t>July 24,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B43CE-AAEE-B54C-92E2-9F4964ED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891ADB-A578-8F45-8698-4D86BDB9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787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2545-2F70-824E-9C24-CED8FB46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3AE04-A1A6-894A-8C3E-C5B1BE60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7E7A-E1DD-EC46-A2E5-21949CBDEFCC}" type="datetime4">
              <a:rPr lang="en-US" smtClean="0"/>
              <a:t>July 24,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C3AE1-A0EC-D94A-810D-313386F1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023DF-DBD3-E146-94DE-5101EED1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408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DD942-D93E-A84E-B080-959E42B7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86A-7E36-1946-A00D-F40DA3F5C2AA}" type="datetime4">
              <a:rPr lang="en-US" smtClean="0"/>
              <a:t>July 24,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2BD40-3E78-D546-838B-E027ABEB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7C0F4-E4BC-4C4B-B820-E321D264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461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83D5-7991-0347-AD61-C473D620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22F5-B36A-5F48-839F-9EFAF729E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2"/>
                </a:solidFill>
              </a:defRPr>
            </a:lvl1pPr>
            <a:lvl2pPr>
              <a:defRPr sz="2800">
                <a:solidFill>
                  <a:schemeClr val="bg2"/>
                </a:solidFill>
              </a:defRPr>
            </a:lvl2pPr>
            <a:lvl3pPr>
              <a:defRPr sz="2400">
                <a:solidFill>
                  <a:schemeClr val="bg2"/>
                </a:solidFill>
              </a:defRPr>
            </a:lvl3pPr>
            <a:lvl4pPr>
              <a:defRPr sz="2000">
                <a:solidFill>
                  <a:schemeClr val="bg2"/>
                </a:solidFill>
              </a:defRPr>
            </a:lvl4pPr>
            <a:lvl5pPr>
              <a:defRPr sz="20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4088D-BE8B-D842-82E6-1C5300084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AF92E-D5EB-3245-8021-AC3372B45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9354D-92B9-414F-97FC-496543580F97}" type="datetime4">
              <a:rPr lang="en-US" smtClean="0"/>
              <a:t>July 24,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693EB-7B6E-D248-BB1E-05D1F6AB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46996-3C2E-5C48-804A-1430821C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496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7AF4-440C-A44B-802A-A4A54EB9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E66237-A380-8249-9A43-7043942EF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11DEC-435A-D44E-BD8B-38192B519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B8855-36DC-BA47-8C8F-86B5A62D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45B7D-2C03-CD43-B910-38DC60A6B4A3}" type="datetime4">
              <a:rPr lang="en-US" smtClean="0"/>
              <a:t>July 24,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49F0A-C89B-BA43-A058-4C390D22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4A05B-9D64-9145-99C8-43AF0C83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860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80BC-3553-9245-A7F7-DC65F39E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3FA0AE-89E6-2D4F-B7EF-72EAE279E3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63713"/>
            <a:ext cx="10515600" cy="4367212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3200"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6532483-7DBB-547C-DD8E-F6A8C677F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12D77CD-EDEC-5F36-FE9A-4269362EE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9E8C7FEF-4885-AAFA-047F-C36FF2FB5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0028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B8F992A-396D-4B4F-B725-75F93175E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12040FA-E206-C041-BA3F-E28603EB0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5275"/>
            <a:ext cx="4572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2B4A5B-287B-E74F-9191-801DF68C3C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2525" y="4105275"/>
            <a:ext cx="4489450" cy="165576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B64B79-DC5D-F842-81B4-21F363A5A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3573463"/>
            <a:ext cx="9144000" cy="465137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dirty="0"/>
              <a:t>Click to edit – place date of presentation here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4BF437D-6D4F-97C8-8D3C-AD6DB68B8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7FA35FE-ED23-8287-404D-24B49D0B4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6AF01109-BE62-A4B2-EE3E-3292D8F8D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7558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31C2-1937-684D-A2E1-BF05D3F1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98645-1B49-6A49-B309-BF938F42726E}" type="datetime4">
              <a:rPr lang="en-US" smtClean="0"/>
              <a:t>July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8105-0B43-AD49-BAD1-9C586709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857-59FE-EE44-8295-0E6D7BF3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9F7DA6-9A67-3945-AB1A-1E4C54EB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12538C0-0663-814C-A4F7-CFB499221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6026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DD942-D93E-A84E-B080-959E42B7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B90D-24D6-E24E-BFB0-3FC29E04CEB5}" type="datetime4">
              <a:rPr lang="en-US" smtClean="0"/>
              <a:t>July 24,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2BD40-3E78-D546-838B-E027ABEB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7C0F4-E4BC-4C4B-B820-E321D264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851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Headlin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84821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F6B1-EAB2-634F-8441-B14864C52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9D1A8-26CC-AC44-A8BB-11B8145F4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32485-467C-3B42-8C1A-6561A233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CE498E-5FB2-E440-A41E-72BB4B568BAE}" type="datetime4">
              <a:rPr lang="en-US" smtClean="0"/>
              <a:t>July 24,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9588A-513D-3E41-B1B1-A4FC56C74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80602-3089-A040-B2EA-00AEEB42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3430" y="6363784"/>
            <a:ext cx="2743200" cy="365125"/>
          </a:xfrm>
          <a:prstGeom prst="rect">
            <a:avLst/>
          </a:prstGeom>
        </p:spPr>
        <p:txBody>
          <a:bodyPr/>
          <a:lstStyle/>
          <a:p>
            <a:fld id="{DC8B536D-7A5C-B246-809F-A74B740C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160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B4E477-7A98-7E43-AA8D-221E2F8D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8CD92A-5183-C743-BC85-72740D517F90}" type="datetime4">
              <a:rPr lang="en-US" smtClean="0"/>
              <a:t>July 24,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40628-7999-9E48-8E77-C4367874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2B100-572C-5340-99D3-F349867F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3430" y="6363784"/>
            <a:ext cx="2743200" cy="365125"/>
          </a:xfrm>
          <a:prstGeom prst="rect">
            <a:avLst/>
          </a:prstGeom>
        </p:spPr>
        <p:txBody>
          <a:bodyPr/>
          <a:lstStyle/>
          <a:p>
            <a:fld id="{DC8B536D-7A5C-B246-809F-A74B740C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22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Headlin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80481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F6B1-EAB2-634F-8441-B14864C52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9D1A8-26CC-AC44-A8BB-11B8145F4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32485-467C-3B42-8C1A-6561A233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4C31B6-FA1D-F042-B2CB-95D0598E9C1A}" type="datetime4">
              <a:rPr lang="en-US" smtClean="0"/>
              <a:t>July 24,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9588A-513D-3E41-B1B1-A4FC56C74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80602-3089-A040-B2EA-00AEEB42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3430" y="6363784"/>
            <a:ext cx="2743200" cy="365125"/>
          </a:xfrm>
          <a:prstGeom prst="rect">
            <a:avLst/>
          </a:prstGeom>
        </p:spPr>
        <p:txBody>
          <a:bodyPr/>
          <a:lstStyle/>
          <a:p>
            <a:fld id="{DC8B536D-7A5C-B246-809F-A74B740C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270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B4E477-7A98-7E43-AA8D-221E2F8D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BA28F-C782-A64B-9E22-10A857ECFEAD}" type="datetime4">
              <a:rPr lang="en-US" smtClean="0"/>
              <a:t>July 24, 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40628-7999-9E48-8E77-C4367874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2B100-572C-5340-99D3-F349867F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3430" y="6363784"/>
            <a:ext cx="2743200" cy="365125"/>
          </a:xfrm>
          <a:prstGeom prst="rect">
            <a:avLst/>
          </a:prstGeom>
        </p:spPr>
        <p:txBody>
          <a:bodyPr/>
          <a:lstStyle/>
          <a:p>
            <a:fld id="{DC8B536D-7A5C-B246-809F-A74B740C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678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Headlin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97329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1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91750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31C2-1937-684D-A2E1-BF05D3F1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98645-1B49-6A49-B309-BF938F42726E}" type="datetime4">
              <a:rPr lang="en-US" smtClean="0"/>
              <a:t>July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8105-0B43-AD49-BAD1-9C586709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857-59FE-EE44-8295-0E6D7BF3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9F7DA6-9A67-3945-AB1A-1E4C54EB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12538C0-0663-814C-A4F7-CFB499221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883446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DD942-D93E-A84E-B080-959E42B7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B90D-24D6-E24E-BFB0-3FC29E04CEB5}" type="datetime4">
              <a:rPr lang="en-US" smtClean="0"/>
              <a:t>July 24,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2BD40-3E78-D546-838B-E027ABEB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7C0F4-E4BC-4C4B-B820-E321D264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081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Headlin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8662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01131C-DD02-DC4C-903B-DC260E1F4569}"/>
              </a:ext>
            </a:extLst>
          </p:cNvPr>
          <p:cNvSpPr/>
          <p:nvPr/>
        </p:nvSpPr>
        <p:spPr>
          <a:xfrm>
            <a:off x="0" y="6176963"/>
            <a:ext cx="12192001" cy="681037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4F1E0E-7A64-E942-AE0C-94E13B8D8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2054E-0EA9-954D-B7E5-FCE9483D8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A440C7-84C8-0E47-84A6-382F0B00730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6454" y="6307932"/>
            <a:ext cx="350921" cy="417551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03404CC-EE23-41DD-EA34-CC2F5B3BB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B02B5BF-989C-BE16-0938-D557423D7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6E883B13-DBCB-3F9B-61E1-085F14254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7/24/2025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1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1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Montserrat SemiBold" panose="000007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CAC07-897D-624B-A381-4A7CE04D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9B32-CF06-4546-9D65-7B5542F2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390C7-FA76-B26A-F807-A17448D636F0}"/>
              </a:ext>
            </a:extLst>
          </p:cNvPr>
          <p:cNvSpPr/>
          <p:nvPr/>
        </p:nvSpPr>
        <p:spPr>
          <a:xfrm>
            <a:off x="-1" y="6176963"/>
            <a:ext cx="12192001" cy="68103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31045-D75C-7B4C-8C03-477E3378B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B1876-699B-194D-915C-2FC0955A7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E99F02-A6A1-D121-828F-F116BE078FB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" y="6284099"/>
            <a:ext cx="350921" cy="417551"/>
          </a:xfrm>
          <a:prstGeom prst="rect">
            <a:avLst/>
          </a:prstGeom>
        </p:spPr>
      </p:pic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AC82C3D9-346A-18CB-8DA4-B63E5E688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July 24,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12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73" r:id="rId13"/>
    <p:sldLayoutId id="2147483774" r:id="rId14"/>
    <p:sldLayoutId id="214748377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Montserrat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985CAC-EC51-CA42-9A1E-13B4DDD26CE7}"/>
              </a:ext>
            </a:extLst>
          </p:cNvPr>
          <p:cNvSpPr/>
          <p:nvPr/>
        </p:nvSpPr>
        <p:spPr>
          <a:xfrm>
            <a:off x="-1" y="19474"/>
            <a:ext cx="12192001" cy="6308341"/>
          </a:xfrm>
          <a:prstGeom prst="rect">
            <a:avLst/>
          </a:prstGeom>
          <a:solidFill>
            <a:srgbClr val="1435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CAC07-897D-624B-A381-4A7CE04D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9B32-CF06-4546-9D65-7B5542F2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74083-9340-424F-84D9-09598381A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180FB8F6-007D-2349-BF6B-B0A4000EC002}" type="datetime4">
              <a:rPr lang="en-US" smtClean="0"/>
              <a:t>July 24,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31045-D75C-7B4C-8C03-477E3378B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B1876-699B-194D-915C-2FC0955A7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D3AAAB-9EC7-7F40-826A-EF886BB614F8}"/>
              </a:ext>
            </a:extLst>
          </p:cNvPr>
          <p:cNvSpPr/>
          <p:nvPr/>
        </p:nvSpPr>
        <p:spPr>
          <a:xfrm>
            <a:off x="-1" y="6176963"/>
            <a:ext cx="12192001" cy="681037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CBEE97-4664-994C-8F97-AE0C289F91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6454" y="6307932"/>
            <a:ext cx="350921" cy="41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4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Montserrat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CAC07-897D-624B-A381-4A7CE04D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9B32-CF06-4546-9D65-7B5542F2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74083-9340-424F-84D9-09598381A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76681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A4E2A69-B152-4844-872F-8A038E30D3A5}" type="datetime4">
              <a:rPr lang="en-US" smtClean="0"/>
              <a:pPr/>
              <a:t>July 24,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31045-D75C-7B4C-8C03-477E3378B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0830" y="6356350"/>
            <a:ext cx="8006208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B1876-699B-194D-915C-2FC0955A7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474" y="6356350"/>
            <a:ext cx="695325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27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Montserrat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CCBD590-8B57-BA4B-B38C-8C0CF32D72CA}"/>
              </a:ext>
            </a:extLst>
          </p:cNvPr>
          <p:cNvSpPr/>
          <p:nvPr/>
        </p:nvSpPr>
        <p:spPr>
          <a:xfrm>
            <a:off x="0" y="10102"/>
            <a:ext cx="12192000" cy="6847898"/>
          </a:xfrm>
          <a:prstGeom prst="rect">
            <a:avLst/>
          </a:prstGeom>
          <a:solidFill>
            <a:srgbClr val="1435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57460A5E-9E49-B946-972C-FD10EECC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617AD37-17EE-1642-976E-AE8744A4D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6CB72C20-0C26-5A42-A098-17F132DB87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E116FBA-086E-A648-A739-64AAE503D137}" type="datetime4">
              <a:rPr lang="en-US" smtClean="0"/>
              <a:t>July 24, 2025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1A80CE7-1819-994F-BC7C-5F6E61711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C515ED4-A185-9A48-80F2-9891FB884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38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Montserrat SemiBold" panose="000007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57460A5E-9E49-B946-972C-FD10EECC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617AD37-17EE-1642-976E-AE8744A4D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6CB72C20-0C26-5A42-A098-17F132DB87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CF56AF9-E694-F849-B35E-C9DF3C73F738}" type="datetime4">
              <a:rPr lang="en-US" smtClean="0"/>
              <a:t>July 24, 2025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1A80CE7-1819-994F-BC7C-5F6E61711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C515ED4-A185-9A48-80F2-9891FB884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13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Montserrat SemiBold" panose="000007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CAC07-897D-624B-A381-4A7CE04D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9B32-CF06-4546-9D65-7B5542F2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74083-9340-424F-84D9-09598381A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76681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A4E2A69-B152-4844-872F-8A038E30D3A5}" type="datetime4">
              <a:rPr lang="en-US" smtClean="0"/>
              <a:pPr/>
              <a:t>July 24,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31045-D75C-7B4C-8C03-477E3378B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0830" y="6356350"/>
            <a:ext cx="8006208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B1876-699B-194D-915C-2FC0955A7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474" y="6356350"/>
            <a:ext cx="695325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06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Montserrat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8A97-5744-DC4F-A0B9-C9D23245F3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Dashboard Automation:</a:t>
            </a:r>
            <a:br>
              <a:rPr lang="en-US" dirty="0"/>
            </a:br>
            <a:r>
              <a:rPr lang="en-US" dirty="0"/>
              <a:t>Contract &amp; PO Reporting</a:t>
            </a:r>
            <a:endParaRPr lang="en-US" dirty="0">
              <a:latin typeface="Montserrat SemiBold" panose="000007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D192B-5420-5945-BC62-170B4815C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1540"/>
            <a:ext cx="9144000" cy="1655762"/>
          </a:xfrm>
        </p:spPr>
        <p:txBody>
          <a:bodyPr/>
          <a:lstStyle/>
          <a:p>
            <a:r>
              <a:rPr lang="en-US" dirty="0"/>
              <a:t>Carmen Lu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67F40-8205-BE4B-806A-158703451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0" y="4818802"/>
            <a:ext cx="11684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26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BA687-8E36-30CE-00A4-76D68274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Background/Problem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4FA7-5892-3F18-779B-3B8DEA84C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b="1" dirty="0"/>
              <a:t>Manually Process</a:t>
            </a:r>
          </a:p>
          <a:p>
            <a:pPr marL="457200" lvl="1" indent="0">
              <a:buNone/>
            </a:pPr>
            <a:r>
              <a:rPr lang="en-US" dirty="0"/>
              <a:t>Data was manually exported from </a:t>
            </a:r>
            <a:r>
              <a:rPr lang="en-US" b="1" dirty="0"/>
              <a:t>DAS</a:t>
            </a:r>
            <a:r>
              <a:rPr lang="en-US" dirty="0"/>
              <a:t> to </a:t>
            </a:r>
            <a:r>
              <a:rPr lang="en-US" b="1" dirty="0"/>
              <a:t>Excel</a:t>
            </a:r>
            <a:r>
              <a:rPr lang="en-US" dirty="0"/>
              <a:t> and then imported into </a:t>
            </a:r>
            <a:r>
              <a:rPr lang="en-US" b="1" dirty="0"/>
              <a:t>Power BI</a:t>
            </a:r>
            <a:r>
              <a:rPr lang="en-US" dirty="0"/>
              <a:t> to refresh the dashboard.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b="1" dirty="0"/>
              <a:t>Goal</a:t>
            </a:r>
            <a:r>
              <a:rPr lang="en-US" sz="2400" dirty="0"/>
              <a:t> - To automate the data pipeline to achieve:</a:t>
            </a:r>
          </a:p>
          <a:p>
            <a:pPr marL="1143000" lvl="1" indent="-457200">
              <a:buFont typeface="Wingdings" panose="05000000000000000000" pitchFamily="2" charset="2"/>
              <a:buChar char="ü"/>
            </a:pPr>
            <a:r>
              <a:rPr lang="en-US" dirty="0"/>
              <a:t>Reduce manual effort</a:t>
            </a:r>
          </a:p>
          <a:p>
            <a:pPr marL="1143000" lvl="1" indent="-457200">
              <a:buFont typeface="Wingdings" panose="05000000000000000000" pitchFamily="2" charset="2"/>
              <a:buChar char="ü"/>
            </a:pPr>
            <a:r>
              <a:rPr lang="en-US" dirty="0"/>
              <a:t>Time-saving</a:t>
            </a:r>
          </a:p>
          <a:p>
            <a:pPr marL="1143000" lvl="1" indent="-457200">
              <a:buFont typeface="Wingdings" panose="05000000000000000000" pitchFamily="2" charset="2"/>
              <a:buChar char="ü"/>
            </a:pPr>
            <a:r>
              <a:rPr lang="en-US" dirty="0"/>
              <a:t>Up-to-date data</a:t>
            </a:r>
          </a:p>
        </p:txBody>
      </p:sp>
    </p:spTree>
    <p:extLst>
      <p:ext uri="{BB962C8B-B14F-4D97-AF65-F5344CB8AC3E}">
        <p14:creationId xmlns:p14="http://schemas.microsoft.com/office/powerpoint/2010/main" val="3956042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8EC6-1316-BFFB-5AAC-946F305A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191293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What I Did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88AED4D3-E4CA-0465-D987-EF5A6DF9B0E0}"/>
              </a:ext>
            </a:extLst>
          </p:cNvPr>
          <p:cNvSpPr txBox="1">
            <a:spLocks noGrp="1"/>
          </p:cNvSpPr>
          <p:nvPr>
            <p:ph type="body" sz="quarter" idx="13"/>
          </p:nvPr>
        </p:nvSpPr>
        <p:spPr>
          <a:xfrm>
            <a:off x="726440" y="1516856"/>
            <a:ext cx="11191240" cy="4175125"/>
          </a:xfrm>
        </p:spPr>
        <p:txBody>
          <a:bodyPr rtlCol="0">
            <a:normAutofit/>
          </a:bodyPr>
          <a:lstStyle/>
          <a:p>
            <a:pPr lvl="0">
              <a:spcAft>
                <a:spcPts val="1200"/>
              </a:spcAft>
            </a:pPr>
            <a:r>
              <a:rPr lang="en-US" sz="2600" dirty="0"/>
              <a:t>Designed a </a:t>
            </a:r>
            <a:r>
              <a:rPr lang="en-US" sz="2600" b="1" dirty="0"/>
              <a:t>SQL query</a:t>
            </a:r>
            <a:r>
              <a:rPr lang="en-US" sz="2600" dirty="0"/>
              <a:t> based on DAS Design Notes and embedded it directly into Power BI. </a:t>
            </a:r>
          </a:p>
          <a:p>
            <a:pPr lvl="0">
              <a:spcAft>
                <a:spcPts val="1200"/>
              </a:spcAft>
            </a:pPr>
            <a:r>
              <a:rPr lang="en-US" sz="2600" dirty="0"/>
              <a:t>The query connects to SQL Server and joins multiple source tables (e.g., F4301, F4311, F0101, F0006, F0005, F0092)    </a:t>
            </a:r>
            <a:r>
              <a:rPr lang="en-US" sz="2600" dirty="0">
                <a:hlinkClick r:id="rId3" action="ppaction://hlinksldjump"/>
              </a:rPr>
              <a:t>SQL Scripts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9898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2909F8-6090-4935-052C-7177CC95F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496"/>
            <a:ext cx="5196423" cy="51712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4A63C-86EF-6889-7160-EEB736EFA8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35" t="8196"/>
          <a:stretch>
            <a:fillRect/>
          </a:stretch>
        </p:blipFill>
        <p:spPr>
          <a:xfrm>
            <a:off x="4919774" y="279829"/>
            <a:ext cx="5754314" cy="59825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6C0115-EBA2-5175-48E0-33EB44E646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049" t="79500" r="537" b="2444"/>
          <a:stretch>
            <a:fillRect/>
          </a:stretch>
        </p:blipFill>
        <p:spPr>
          <a:xfrm>
            <a:off x="8639604" y="5795701"/>
            <a:ext cx="3423703" cy="93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068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518847-FC96-32D8-1D0C-5323C1709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17" y="510987"/>
            <a:ext cx="10262017" cy="538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96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2AA94-E6C1-859D-25C2-DDF9DA39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29E6-9618-A2CB-82DC-CCB47EE25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191293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What I Did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2A6A690A-EAF4-A9ED-53AF-467F5290686F}"/>
              </a:ext>
            </a:extLst>
          </p:cNvPr>
          <p:cNvSpPr txBox="1">
            <a:spLocks noGrp="1"/>
          </p:cNvSpPr>
          <p:nvPr>
            <p:ph type="body" sz="quarter" idx="13"/>
          </p:nvPr>
        </p:nvSpPr>
        <p:spPr>
          <a:xfrm>
            <a:off x="726440" y="1516856"/>
            <a:ext cx="10642600" cy="4175125"/>
          </a:xfrm>
        </p:spPr>
        <p:txBody>
          <a:bodyPr rtlCol="0">
            <a:normAutofit fontScale="92500" lnSpcReduction="10000"/>
          </a:bodyPr>
          <a:lstStyle/>
          <a:p>
            <a:pPr lvl="0">
              <a:spcAft>
                <a:spcPts val="1200"/>
              </a:spcAft>
            </a:pPr>
            <a:r>
              <a:rPr lang="en-US" dirty="0"/>
              <a:t>Designed a </a:t>
            </a:r>
            <a:r>
              <a:rPr lang="en-US" b="1" dirty="0"/>
              <a:t>SQL query</a:t>
            </a:r>
            <a:r>
              <a:rPr lang="en-US" dirty="0"/>
              <a:t> based on DAS Design Notes and embedded it directly into Power BI. </a:t>
            </a:r>
          </a:p>
          <a:p>
            <a:pPr lvl="0">
              <a:spcAft>
                <a:spcPts val="1200"/>
              </a:spcAft>
            </a:pPr>
            <a:r>
              <a:rPr lang="en-US" dirty="0"/>
              <a:t>The query connects to SQL Server and joins multiple source tables (e.g., F4301, F4311, F0101, F0006, F0005, F0092)    </a:t>
            </a:r>
            <a:r>
              <a:rPr lang="en-US" dirty="0">
                <a:hlinkClick r:id="rId2" action="ppaction://hlinksldjump"/>
              </a:rPr>
              <a:t>SQL Scripts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dirty="0"/>
              <a:t>Data Validation: Making sure SQL output matches the DAS Excel report</a:t>
            </a:r>
          </a:p>
          <a:p>
            <a:pPr>
              <a:spcAft>
                <a:spcPts val="1200"/>
              </a:spcAft>
            </a:pPr>
            <a:r>
              <a:rPr lang="en-US" dirty="0"/>
              <a:t> Automated data import from the database</a:t>
            </a:r>
          </a:p>
          <a:p>
            <a:pPr lvl="0">
              <a:spcAft>
                <a:spcPts val="1200"/>
              </a:spcAft>
            </a:pPr>
            <a:r>
              <a:rPr lang="en-US" dirty="0"/>
              <a:t>Scheduled data auto-refresh set to twice per week for testing and no issues</a:t>
            </a:r>
          </a:p>
        </p:txBody>
      </p:sp>
    </p:spTree>
    <p:extLst>
      <p:ext uri="{BB962C8B-B14F-4D97-AF65-F5344CB8AC3E}">
        <p14:creationId xmlns:p14="http://schemas.microsoft.com/office/powerpoint/2010/main" val="59997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0F4660-8B8E-7157-043F-F06819F54D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83" b="64027"/>
          <a:stretch>
            <a:fillRect/>
          </a:stretch>
        </p:blipFill>
        <p:spPr>
          <a:xfrm>
            <a:off x="526909" y="941418"/>
            <a:ext cx="10885013" cy="13294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6E07C9-CFAA-CE31-4F6F-FFA1C40843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337" r="25039"/>
          <a:stretch>
            <a:fillRect/>
          </a:stretch>
        </p:blipFill>
        <p:spPr>
          <a:xfrm>
            <a:off x="1523080" y="3069777"/>
            <a:ext cx="6369258" cy="3107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C25CA4-B358-88CB-69AA-BCE8AAF9E636}"/>
              </a:ext>
            </a:extLst>
          </p:cNvPr>
          <p:cNvSpPr txBox="1"/>
          <p:nvPr/>
        </p:nvSpPr>
        <p:spPr>
          <a:xfrm>
            <a:off x="833120" y="393104"/>
            <a:ext cx="3725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Auto Refresh Schedule Setting: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22981-5739-73DB-ED58-AE10A90D5302}"/>
              </a:ext>
            </a:extLst>
          </p:cNvPr>
          <p:cNvSpPr txBox="1"/>
          <p:nvPr/>
        </p:nvSpPr>
        <p:spPr>
          <a:xfrm>
            <a:off x="833120" y="2700445"/>
            <a:ext cx="4472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Refresh failure notification via email: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2FB1D-51E9-529C-B499-D75F49AFCCF0}"/>
              </a:ext>
            </a:extLst>
          </p:cNvPr>
          <p:cNvSpPr txBox="1"/>
          <p:nvPr/>
        </p:nvSpPr>
        <p:spPr>
          <a:xfrm>
            <a:off x="7787114" y="3504663"/>
            <a:ext cx="41211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Currently using personal gateway:</a:t>
            </a:r>
          </a:p>
          <a:p>
            <a:r>
              <a:rPr lang="en-US" dirty="0">
                <a:solidFill>
                  <a:srgbClr val="0070C0"/>
                </a:solidFill>
              </a:rPr>
              <a:t>If my laptop is off during scheduled refresh, data refresh will fail.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Will check with Emily </a:t>
            </a:r>
            <a:r>
              <a:rPr lang="en-US" b="1" dirty="0">
                <a:solidFill>
                  <a:srgbClr val="0070C0"/>
                </a:solidFill>
              </a:rPr>
              <a:t>to see if Enterprise Gateway is available</a:t>
            </a:r>
            <a:r>
              <a:rPr lang="en-US" dirty="0">
                <a:solidFill>
                  <a:srgbClr val="0070C0"/>
                </a:solidFill>
              </a:rPr>
              <a:t> for the FAM workspace.</a:t>
            </a:r>
          </a:p>
        </p:txBody>
      </p:sp>
    </p:spTree>
    <p:extLst>
      <p:ext uri="{BB962C8B-B14F-4D97-AF65-F5344CB8AC3E}">
        <p14:creationId xmlns:p14="http://schemas.microsoft.com/office/powerpoint/2010/main" val="136285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27D27-965C-9D43-04C2-65035BA3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DA98-5B81-F5D5-360E-E9E2B111C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DCF04-A234-48CE-AC28-EB1E63234464}"/>
              </a:ext>
            </a:extLst>
          </p:cNvPr>
          <p:cNvSpPr txBox="1">
            <a:spLocks noGrp="1"/>
          </p:cNvSpPr>
          <p:nvPr>
            <p:ph type="body" sz="quarter" idx="13"/>
          </p:nvPr>
        </p:nvSpPr>
        <p:spPr>
          <a:xfrm>
            <a:off x="838199" y="1544320"/>
            <a:ext cx="11168743" cy="4295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  Resolved error where the DAS report included a summary        row, which led to double-counted totals </a:t>
            </a:r>
          </a:p>
        </p:txBody>
      </p:sp>
    </p:spTree>
    <p:extLst>
      <p:ext uri="{BB962C8B-B14F-4D97-AF65-F5344CB8AC3E}">
        <p14:creationId xmlns:p14="http://schemas.microsoft.com/office/powerpoint/2010/main" val="3567505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41FBD8F-317A-83C9-DD3C-0BAAC28F2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9" y="670337"/>
            <a:ext cx="11983066" cy="213371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F6ACBD5-CAC9-26B8-8D8C-5F56290A5AE8}"/>
              </a:ext>
            </a:extLst>
          </p:cNvPr>
          <p:cNvGrpSpPr/>
          <p:nvPr/>
        </p:nvGrpSpPr>
        <p:grpSpPr>
          <a:xfrm>
            <a:off x="676534" y="2996559"/>
            <a:ext cx="7544853" cy="3562847"/>
            <a:chOff x="3590512" y="2683717"/>
            <a:chExt cx="7544853" cy="356284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A41B088-052A-B4D0-E9BB-E0CD9FD03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0512" y="2683717"/>
              <a:ext cx="7544853" cy="3562847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504BDEB-D15D-3854-382C-267C0A75718B}"/>
                </a:ext>
              </a:extLst>
            </p:cNvPr>
            <p:cNvSpPr/>
            <p:nvPr/>
          </p:nvSpPr>
          <p:spPr>
            <a:xfrm>
              <a:off x="5916058" y="5971142"/>
              <a:ext cx="4660135" cy="27542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3578B6E-0C62-A191-4428-1B02855CAE2D}"/>
                </a:ext>
              </a:extLst>
            </p:cNvPr>
            <p:cNvSpPr/>
            <p:nvPr/>
          </p:nvSpPr>
          <p:spPr>
            <a:xfrm>
              <a:off x="5916058" y="3701667"/>
              <a:ext cx="4660135" cy="1983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1B55EF8-CFD9-0A28-8869-7002362EB3C7}"/>
              </a:ext>
            </a:extLst>
          </p:cNvPr>
          <p:cNvSpPr txBox="1"/>
          <p:nvPr/>
        </p:nvSpPr>
        <p:spPr>
          <a:xfrm>
            <a:off x="8394176" y="3821997"/>
            <a:ext cx="3624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Caused double counted totals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Using SQL - ensuring accurate aggregation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FFDF52-9B35-9178-E778-426992368FBC}"/>
              </a:ext>
            </a:extLst>
          </p:cNvPr>
          <p:cNvSpPr txBox="1"/>
          <p:nvPr/>
        </p:nvSpPr>
        <p:spPr>
          <a:xfrm>
            <a:off x="285349" y="88761"/>
            <a:ext cx="1228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original DAS report includes a summary row that caused incorrect totals in Power BI</a:t>
            </a:r>
          </a:p>
        </p:txBody>
      </p:sp>
      <p:sp>
        <p:nvSpPr>
          <p:cNvPr id="2" name="Arrow: Curved Left 1">
            <a:extLst>
              <a:ext uri="{FF2B5EF4-FFF2-40B4-BE49-F238E27FC236}">
                <a16:creationId xmlns:a16="http://schemas.microsoft.com/office/drawing/2014/main" id="{CE3C0991-E155-5439-E80C-85A71A116160}"/>
              </a:ext>
            </a:extLst>
          </p:cNvPr>
          <p:cNvSpPr/>
          <p:nvPr/>
        </p:nvSpPr>
        <p:spPr>
          <a:xfrm>
            <a:off x="7662215" y="4014509"/>
            <a:ext cx="731961" cy="2544897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5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F1C3B-E68C-CEEA-0632-0F00618D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D26B9-12BC-278C-0F79-2B92D238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1BA48-CAA3-F030-FCFB-81A044FE85E2}"/>
              </a:ext>
            </a:extLst>
          </p:cNvPr>
          <p:cNvSpPr txBox="1">
            <a:spLocks noGrp="1"/>
          </p:cNvSpPr>
          <p:nvPr>
            <p:ph type="body" sz="quarter" idx="13"/>
          </p:nvPr>
        </p:nvSpPr>
        <p:spPr>
          <a:xfrm>
            <a:off x="838199" y="1544320"/>
            <a:ext cx="11168743" cy="4295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  Resolved error where the DAS report included a summary        row, which led to double-counted totals </a:t>
            </a:r>
          </a:p>
          <a:p>
            <a:pPr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  Dashboard now pulls real-time data directly from the database</a:t>
            </a:r>
          </a:p>
          <a:p>
            <a:pPr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  Manual Excel exports are no longer needed</a:t>
            </a:r>
          </a:p>
          <a:p>
            <a:pPr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  Minimize errors</a:t>
            </a:r>
          </a:p>
          <a:p>
            <a:pPr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  Scheduled refreshes ensure regular updates</a:t>
            </a:r>
          </a:p>
        </p:txBody>
      </p:sp>
    </p:spTree>
    <p:extLst>
      <p:ext uri="{BB962C8B-B14F-4D97-AF65-F5344CB8AC3E}">
        <p14:creationId xmlns:p14="http://schemas.microsoft.com/office/powerpoint/2010/main" val="3914372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8BE3-81E9-D699-15FD-A5590D859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7EDE3-1147-EDB2-B4B4-ED8E5264C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835785"/>
            <a:ext cx="11353800" cy="418072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b="1" dirty="0"/>
              <a:t>Missing source tables </a:t>
            </a:r>
            <a:r>
              <a:rPr lang="en-US" dirty="0"/>
              <a:t>in DAS Design Notes—I had to identify and test them manually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b="1" dirty="0"/>
              <a:t>Lack of access </a:t>
            </a:r>
            <a:r>
              <a:rPr lang="en-US" dirty="0"/>
              <a:t>to key tables like F0101 and F0092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b="1" dirty="0"/>
              <a:t>Output discrepancies </a:t>
            </a:r>
            <a:r>
              <a:rPr lang="en-US" dirty="0"/>
              <a:t>between my saved DAS query and Michael’s DAS query took time to troubleshoot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32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4A4930-BC5C-4A8F-A307-2AD2F666A3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809"/>
          <a:stretch>
            <a:fillRect/>
          </a:stretch>
        </p:blipFill>
        <p:spPr>
          <a:xfrm>
            <a:off x="470452" y="1676401"/>
            <a:ext cx="11251095" cy="3853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D21D8C-4B04-077A-D53C-831604864D5E}"/>
              </a:ext>
            </a:extLst>
          </p:cNvPr>
          <p:cNvSpPr txBox="1"/>
          <p:nvPr/>
        </p:nvSpPr>
        <p:spPr>
          <a:xfrm>
            <a:off x="1117600" y="1087120"/>
            <a:ext cx="6314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Copied Michael’s data query in DAS to My Workspace </a:t>
            </a:r>
          </a:p>
        </p:txBody>
      </p:sp>
    </p:spTree>
    <p:extLst>
      <p:ext uri="{BB962C8B-B14F-4D97-AF65-F5344CB8AC3E}">
        <p14:creationId xmlns:p14="http://schemas.microsoft.com/office/powerpoint/2010/main" val="1627325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24CF7AA6-D757-0B60-01B0-565F109CDD45}"/>
              </a:ext>
            </a:extLst>
          </p:cNvPr>
          <p:cNvGrpSpPr/>
          <p:nvPr/>
        </p:nvGrpSpPr>
        <p:grpSpPr>
          <a:xfrm>
            <a:off x="2032941" y="58435"/>
            <a:ext cx="6879705" cy="6638382"/>
            <a:chOff x="2032941" y="58435"/>
            <a:chExt cx="6879705" cy="663838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98D0651-2871-2FD9-15A3-E69BA77BD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08904" y="58435"/>
              <a:ext cx="3203742" cy="6638382"/>
            </a:xfrm>
            <a:prstGeom prst="rect">
              <a:avLst/>
            </a:prstGeom>
          </p:spPr>
        </p:pic>
        <p:pic>
          <p:nvPicPr>
            <p:cNvPr id="17" name="Picture 16" descr="Graphical user interface, text, application&#10;&#10;AI-generated content may be incorrect.">
              <a:extLst>
                <a:ext uri="{FF2B5EF4-FFF2-40B4-BE49-F238E27FC236}">
                  <a16:creationId xmlns:a16="http://schemas.microsoft.com/office/drawing/2014/main" id="{C52856C0-53BE-3EFA-8E27-B07154E08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2941" y="88214"/>
              <a:ext cx="3111936" cy="6581455"/>
            </a:xfrm>
            <a:prstGeom prst="rect">
              <a:avLst/>
            </a:prstGeom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E43FE6F-BC6E-F381-CFB1-195DF5834338}"/>
                </a:ext>
              </a:extLst>
            </p:cNvPr>
            <p:cNvCxnSpPr>
              <a:cxnSpLocks/>
            </p:cNvCxnSpPr>
            <p:nvPr/>
          </p:nvCxnSpPr>
          <p:spPr>
            <a:xfrm>
              <a:off x="3679634" y="1308890"/>
              <a:ext cx="2029270" cy="0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CDAD348-68ED-FBF4-2FB6-8F80D424ED31}"/>
                </a:ext>
              </a:extLst>
            </p:cNvPr>
            <p:cNvCxnSpPr>
              <a:cxnSpLocks/>
            </p:cNvCxnSpPr>
            <p:nvPr/>
          </p:nvCxnSpPr>
          <p:spPr>
            <a:xfrm>
              <a:off x="3679634" y="2287555"/>
              <a:ext cx="2029270" cy="0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0A393D4-B652-8153-050C-92FBA1B14D9C}"/>
                </a:ext>
              </a:extLst>
            </p:cNvPr>
            <p:cNvCxnSpPr>
              <a:cxnSpLocks/>
            </p:cNvCxnSpPr>
            <p:nvPr/>
          </p:nvCxnSpPr>
          <p:spPr>
            <a:xfrm>
              <a:off x="3679634" y="3157888"/>
              <a:ext cx="2029270" cy="0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55FD39C-74A3-6F9F-DFB3-AFCEF997BB4D}"/>
                </a:ext>
              </a:extLst>
            </p:cNvPr>
            <p:cNvCxnSpPr>
              <a:cxnSpLocks/>
            </p:cNvCxnSpPr>
            <p:nvPr/>
          </p:nvCxnSpPr>
          <p:spPr>
            <a:xfrm>
              <a:off x="3679634" y="3609579"/>
              <a:ext cx="2029270" cy="0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57B276D-69A7-F04C-F14B-ED909C61A5E3}"/>
                </a:ext>
              </a:extLst>
            </p:cNvPr>
            <p:cNvCxnSpPr>
              <a:cxnSpLocks/>
            </p:cNvCxnSpPr>
            <p:nvPr/>
          </p:nvCxnSpPr>
          <p:spPr>
            <a:xfrm>
              <a:off x="3776949" y="4678216"/>
              <a:ext cx="2029270" cy="0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68558F9-20B5-2764-3D45-DF57A3F3F5E1}"/>
                </a:ext>
              </a:extLst>
            </p:cNvPr>
            <p:cNvCxnSpPr>
              <a:cxnSpLocks/>
            </p:cNvCxnSpPr>
            <p:nvPr/>
          </p:nvCxnSpPr>
          <p:spPr>
            <a:xfrm>
              <a:off x="3679634" y="6429897"/>
              <a:ext cx="2029270" cy="0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1E1CC6A-71E0-BD97-61E5-509D14BCC0DB}"/>
              </a:ext>
            </a:extLst>
          </p:cNvPr>
          <p:cNvSpPr txBox="1"/>
          <p:nvPr/>
        </p:nvSpPr>
        <p:spPr>
          <a:xfrm>
            <a:off x="117514" y="108493"/>
            <a:ext cx="2170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Report exported from DAS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E1E5F0-3615-A647-A878-96271C0BA0B9}"/>
              </a:ext>
            </a:extLst>
          </p:cNvPr>
          <p:cNvSpPr txBox="1"/>
          <p:nvPr/>
        </p:nvSpPr>
        <p:spPr>
          <a:xfrm>
            <a:off x="9073898" y="108493"/>
            <a:ext cx="2170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Report exported using SQL query from Database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3DF66-78D3-7FDE-FD19-97404CB5B356}"/>
              </a:ext>
            </a:extLst>
          </p:cNvPr>
          <p:cNvSpPr txBox="1"/>
          <p:nvPr/>
        </p:nvSpPr>
        <p:spPr>
          <a:xfrm>
            <a:off x="117514" y="2915961"/>
            <a:ext cx="1915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Part of supplier description were missing</a:t>
            </a:r>
          </a:p>
        </p:txBody>
      </p:sp>
    </p:spTree>
    <p:extLst>
      <p:ext uri="{BB962C8B-B14F-4D97-AF65-F5344CB8AC3E}">
        <p14:creationId xmlns:p14="http://schemas.microsoft.com/office/powerpoint/2010/main" val="2753576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F54DD2-F4E8-E5EB-9D49-D7A558A7A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57" y="3139807"/>
            <a:ext cx="9895971" cy="3545097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393E03-A633-911C-2574-3CC05BA39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362" y="173096"/>
            <a:ext cx="7225245" cy="4351338"/>
          </a:xfr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BB8943F-DD68-8CFD-F753-0DC53DB165E7}"/>
              </a:ext>
            </a:extLst>
          </p:cNvPr>
          <p:cNvSpPr txBox="1"/>
          <p:nvPr/>
        </p:nvSpPr>
        <p:spPr>
          <a:xfrm>
            <a:off x="7463607" y="173096"/>
            <a:ext cx="472839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The missing is because inactive vendors were somehow filtered out.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r>
              <a:rPr lang="en-US" sz="1600" b="1" dirty="0">
                <a:solidFill>
                  <a:srgbClr val="0070C0"/>
                </a:solidFill>
              </a:rPr>
              <a:t>But Michael’s excel report is a complete list.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r>
              <a:rPr lang="en-US" sz="1600" b="1" dirty="0">
                <a:solidFill>
                  <a:srgbClr val="0070C0"/>
                </a:solidFill>
              </a:rPr>
              <a:t>Mistake: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I assumed the output should be the same since I just copied your query. 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r>
              <a:rPr lang="en-US" sz="1600" b="1" dirty="0">
                <a:solidFill>
                  <a:srgbClr val="0070C0"/>
                </a:solidFill>
              </a:rPr>
              <a:t>Lesson learned: 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Always double-check the output from DAS reports, even if the query is reused</a:t>
            </a:r>
          </a:p>
          <a:p>
            <a:endParaRPr lang="en-US" sz="1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57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C6C1A-0B49-5B81-1F36-72A9B005E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A396D-C0C0-E4FB-B04B-F6F5F1DCE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To publish the finalized dashboard to FAM workspace? – happy to coordinate with Emily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Refresh frequency: Daily or weekly?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Confirm who should receive refresh failure notifications: Carmen only, or both Carmen and Michael? </a:t>
            </a:r>
          </a:p>
        </p:txBody>
      </p:sp>
    </p:spTree>
    <p:extLst>
      <p:ext uri="{BB962C8B-B14F-4D97-AF65-F5344CB8AC3E}">
        <p14:creationId xmlns:p14="http://schemas.microsoft.com/office/powerpoint/2010/main" val="31831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86C2-92BD-84F3-4EC6-E08EA522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148" y="1749168"/>
            <a:ext cx="4363492" cy="2326704"/>
          </a:xfrm>
        </p:spPr>
        <p:txBody>
          <a:bodyPr>
            <a:normAutofit/>
          </a:bodyPr>
          <a:lstStyle/>
          <a:p>
            <a:r>
              <a:rPr lang="en-US" sz="48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7272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heme1">
  <a:themeElements>
    <a:clrScheme name="COB">
      <a:dk1>
        <a:srgbClr val="08171D"/>
      </a:dk1>
      <a:lt1>
        <a:srgbClr val="FFFFFF"/>
      </a:lt1>
      <a:dk2>
        <a:srgbClr val="343333"/>
      </a:dk2>
      <a:lt2>
        <a:srgbClr val="E7E6E6"/>
      </a:lt2>
      <a:accent1>
        <a:srgbClr val="00619A"/>
      </a:accent1>
      <a:accent2>
        <a:srgbClr val="4E9EBC"/>
      </a:accent2>
      <a:accent3>
        <a:srgbClr val="BCE783"/>
      </a:accent3>
      <a:accent4>
        <a:srgbClr val="5CBEE2"/>
      </a:accent4>
      <a:accent5>
        <a:srgbClr val="143641"/>
      </a:accent5>
      <a:accent6>
        <a:srgbClr val="70AD47"/>
      </a:accent6>
      <a:hlink>
        <a:srgbClr val="00619A"/>
      </a:hlink>
      <a:folHlink>
        <a:srgbClr val="93468B"/>
      </a:folHlink>
    </a:clrScheme>
    <a:fontScheme name="COB fonts">
      <a:majorFont>
        <a:latin typeface="Montserrat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9F6FDEE-750A-4ABD-8441-11971B102ED8}" vid="{AC3A3778-35F2-43D4-9A35-458693912026}"/>
    </a:ext>
  </a:extLst>
</a:theme>
</file>

<file path=ppt/theme/theme2.xml><?xml version="1.0" encoding="utf-8"?>
<a:theme xmlns:a="http://schemas.openxmlformats.org/drawingml/2006/main" name="2_COB Theme">
  <a:themeElements>
    <a:clrScheme name="City of Bellevue custom">
      <a:dk1>
        <a:srgbClr val="08171D"/>
      </a:dk1>
      <a:lt1>
        <a:srgbClr val="FFFFFF"/>
      </a:lt1>
      <a:dk2>
        <a:srgbClr val="343333"/>
      </a:dk2>
      <a:lt2>
        <a:srgbClr val="E7E6E6"/>
      </a:lt2>
      <a:accent1>
        <a:srgbClr val="00619A"/>
      </a:accent1>
      <a:accent2>
        <a:srgbClr val="4E9EBC"/>
      </a:accent2>
      <a:accent3>
        <a:srgbClr val="BCE783"/>
      </a:accent3>
      <a:accent4>
        <a:srgbClr val="5CBEE2"/>
      </a:accent4>
      <a:accent5>
        <a:srgbClr val="143641"/>
      </a:accent5>
      <a:accent6>
        <a:srgbClr val="70AD47"/>
      </a:accent6>
      <a:hlink>
        <a:srgbClr val="00619A"/>
      </a:hlink>
      <a:folHlink>
        <a:srgbClr val="93468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uidelines" id="{DC6A8721-0136-2149-A1B0-241B0FE5C0B7}" vid="{4E02A4D8-6141-3747-B814-632B94D4F485}"/>
    </a:ext>
  </a:extLst>
</a:theme>
</file>

<file path=ppt/theme/theme3.xml><?xml version="1.0" encoding="utf-8"?>
<a:theme xmlns:a="http://schemas.openxmlformats.org/drawingml/2006/main" name="3_COB Theme">
  <a:themeElements>
    <a:clrScheme name="Custom 1">
      <a:dk1>
        <a:srgbClr val="08171D"/>
      </a:dk1>
      <a:lt1>
        <a:srgbClr val="FFFFFF"/>
      </a:lt1>
      <a:dk2>
        <a:srgbClr val="343333"/>
      </a:dk2>
      <a:lt2>
        <a:srgbClr val="E7E6E6"/>
      </a:lt2>
      <a:accent1>
        <a:srgbClr val="00619A"/>
      </a:accent1>
      <a:accent2>
        <a:srgbClr val="4E9EBC"/>
      </a:accent2>
      <a:accent3>
        <a:srgbClr val="BBE783"/>
      </a:accent3>
      <a:accent4>
        <a:srgbClr val="5CBEE2"/>
      </a:accent4>
      <a:accent5>
        <a:srgbClr val="143641"/>
      </a:accent5>
      <a:accent6>
        <a:srgbClr val="70AD47"/>
      </a:accent6>
      <a:hlink>
        <a:srgbClr val="00619A"/>
      </a:hlink>
      <a:folHlink>
        <a:srgbClr val="93468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uidelines" id="{DC6A8721-0136-2149-A1B0-241B0FE5C0B7}" vid="{1DE60759-C333-044E-88B4-75358CC43F41}"/>
    </a:ext>
  </a:extLst>
</a:theme>
</file>

<file path=ppt/theme/theme4.xml><?xml version="1.0" encoding="utf-8"?>
<a:theme xmlns:a="http://schemas.openxmlformats.org/drawingml/2006/main" name="4_INTRO slides">
  <a:themeElements>
    <a:clrScheme name="COB-colors">
      <a:dk1>
        <a:srgbClr val="003643"/>
      </a:dk1>
      <a:lt1>
        <a:srgbClr val="FFFFFF"/>
      </a:lt1>
      <a:dk2>
        <a:srgbClr val="006598"/>
      </a:dk2>
      <a:lt2>
        <a:srgbClr val="EAEAEA"/>
      </a:lt2>
      <a:accent1>
        <a:srgbClr val="00619A"/>
      </a:accent1>
      <a:accent2>
        <a:srgbClr val="4E9EBC"/>
      </a:accent2>
      <a:accent3>
        <a:srgbClr val="BCE783"/>
      </a:accent3>
      <a:accent4>
        <a:srgbClr val="D6E028"/>
      </a:accent4>
      <a:accent5>
        <a:srgbClr val="143641"/>
      </a:accent5>
      <a:accent6>
        <a:srgbClr val="8FA998"/>
      </a:accent6>
      <a:hlink>
        <a:srgbClr val="187A86"/>
      </a:hlink>
      <a:folHlink>
        <a:srgbClr val="701681"/>
      </a:folHlink>
    </a:clrScheme>
    <a:fontScheme name="COB fonts">
      <a:majorFont>
        <a:latin typeface="Montserrat Medium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uidelines" id="{DC6A8721-0136-2149-A1B0-241B0FE5C0B7}" vid="{0B98B5B9-6D66-D74D-B3DF-2F3035D8E258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uidelines" id="{DC6A8721-0136-2149-A1B0-241B0FE5C0B7}" vid="{C93A8148-46A0-7F4F-AAA7-D2EDBCB812C7}"/>
    </a:ext>
  </a:extLst>
</a:theme>
</file>

<file path=ppt/theme/theme6.xml><?xml version="1.0" encoding="utf-8"?>
<a:theme xmlns:a="http://schemas.openxmlformats.org/drawingml/2006/main" name="1_Custom Design">
  <a:themeElements>
    <a:clrScheme name="COB-colors">
      <a:dk1>
        <a:srgbClr val="003643"/>
      </a:dk1>
      <a:lt1>
        <a:srgbClr val="FFFFFF"/>
      </a:lt1>
      <a:dk2>
        <a:srgbClr val="006598"/>
      </a:dk2>
      <a:lt2>
        <a:srgbClr val="EAEAEA"/>
      </a:lt2>
      <a:accent1>
        <a:srgbClr val="00619A"/>
      </a:accent1>
      <a:accent2>
        <a:srgbClr val="4E9EBC"/>
      </a:accent2>
      <a:accent3>
        <a:srgbClr val="BCE783"/>
      </a:accent3>
      <a:accent4>
        <a:srgbClr val="D6E028"/>
      </a:accent4>
      <a:accent5>
        <a:srgbClr val="143641"/>
      </a:accent5>
      <a:accent6>
        <a:srgbClr val="8FA998"/>
      </a:accent6>
      <a:hlink>
        <a:srgbClr val="187A86"/>
      </a:hlink>
      <a:folHlink>
        <a:srgbClr val="70168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uidelines" id="{DC6A8721-0136-2149-A1B0-241B0FE5C0B7}" vid="{7D142F61-1AE5-1E45-BDEF-0C514176E0FE}"/>
    </a:ext>
  </a:extLst>
</a:theme>
</file>

<file path=ppt/theme/theme7.xml><?xml version="1.0" encoding="utf-8"?>
<a:theme xmlns:a="http://schemas.openxmlformats.org/drawingml/2006/main" name="5_INTRO slides">
  <a:themeElements>
    <a:clrScheme name="COB-colors">
      <a:dk1>
        <a:srgbClr val="003643"/>
      </a:dk1>
      <a:lt1>
        <a:srgbClr val="FFFFFF"/>
      </a:lt1>
      <a:dk2>
        <a:srgbClr val="006598"/>
      </a:dk2>
      <a:lt2>
        <a:srgbClr val="EAEAEA"/>
      </a:lt2>
      <a:accent1>
        <a:srgbClr val="00619A"/>
      </a:accent1>
      <a:accent2>
        <a:srgbClr val="4E9EBC"/>
      </a:accent2>
      <a:accent3>
        <a:srgbClr val="BCE783"/>
      </a:accent3>
      <a:accent4>
        <a:srgbClr val="D6E028"/>
      </a:accent4>
      <a:accent5>
        <a:srgbClr val="143641"/>
      </a:accent5>
      <a:accent6>
        <a:srgbClr val="8FA998"/>
      </a:accent6>
      <a:hlink>
        <a:srgbClr val="187A86"/>
      </a:hlink>
      <a:folHlink>
        <a:srgbClr val="701681"/>
      </a:folHlink>
    </a:clrScheme>
    <a:fontScheme name="COB fonts">
      <a:majorFont>
        <a:latin typeface="Montserrat Medium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uidelines" id="{DC6A8721-0136-2149-A1B0-241B0FE5C0B7}" vid="{0B98B5B9-6D66-D74D-B3DF-2F3035D8E258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OB">
    <a:dk1>
      <a:srgbClr val="08171D"/>
    </a:dk1>
    <a:lt1>
      <a:srgbClr val="FFFFFF"/>
    </a:lt1>
    <a:dk2>
      <a:srgbClr val="343333"/>
    </a:dk2>
    <a:lt2>
      <a:srgbClr val="E7E6E6"/>
    </a:lt2>
    <a:accent1>
      <a:srgbClr val="00619A"/>
    </a:accent1>
    <a:accent2>
      <a:srgbClr val="4E9EBC"/>
    </a:accent2>
    <a:accent3>
      <a:srgbClr val="BCE783"/>
    </a:accent3>
    <a:accent4>
      <a:srgbClr val="5CBEE2"/>
    </a:accent4>
    <a:accent5>
      <a:srgbClr val="143641"/>
    </a:accent5>
    <a:accent6>
      <a:srgbClr val="70AD47"/>
    </a:accent6>
    <a:hlink>
      <a:srgbClr val="00619A"/>
    </a:hlink>
    <a:folHlink>
      <a:srgbClr val="93468B"/>
    </a:folHlink>
  </a:clrScheme>
</a:themeOverride>
</file>

<file path=ppt/theme/themeOverride2.xml><?xml version="1.0" encoding="utf-8"?>
<a:themeOverride xmlns:a="http://schemas.openxmlformats.org/drawingml/2006/main">
  <a:clrScheme name="COB">
    <a:dk1>
      <a:srgbClr val="08171D"/>
    </a:dk1>
    <a:lt1>
      <a:srgbClr val="FFFFFF"/>
    </a:lt1>
    <a:dk2>
      <a:srgbClr val="343333"/>
    </a:dk2>
    <a:lt2>
      <a:srgbClr val="E7E6E6"/>
    </a:lt2>
    <a:accent1>
      <a:srgbClr val="00619A"/>
    </a:accent1>
    <a:accent2>
      <a:srgbClr val="4E9EBC"/>
    </a:accent2>
    <a:accent3>
      <a:srgbClr val="BCE783"/>
    </a:accent3>
    <a:accent4>
      <a:srgbClr val="5CBEE2"/>
    </a:accent4>
    <a:accent5>
      <a:srgbClr val="143641"/>
    </a:accent5>
    <a:accent6>
      <a:srgbClr val="70AD47"/>
    </a:accent6>
    <a:hlink>
      <a:srgbClr val="00619A"/>
    </a:hlink>
    <a:folHlink>
      <a:srgbClr val="93468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2282</TotalTime>
  <Words>531</Words>
  <Application>Microsoft Office PowerPoint</Application>
  <PresentationFormat>Widescreen</PresentationFormat>
  <Paragraphs>64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Aptos</vt:lpstr>
      <vt:lpstr>Arial</vt:lpstr>
      <vt:lpstr>Calibri</vt:lpstr>
      <vt:lpstr>Montserrat SemiBold</vt:lpstr>
      <vt:lpstr>Open Sans</vt:lpstr>
      <vt:lpstr>Wingdings</vt:lpstr>
      <vt:lpstr>Theme1</vt:lpstr>
      <vt:lpstr>2_COB Theme</vt:lpstr>
      <vt:lpstr>3_COB Theme</vt:lpstr>
      <vt:lpstr>4_INTRO slides</vt:lpstr>
      <vt:lpstr>Custom Design</vt:lpstr>
      <vt:lpstr>1_Custom Design</vt:lpstr>
      <vt:lpstr>5_INTRO slides</vt:lpstr>
      <vt:lpstr>Dashboard Automation: Contract &amp; PO Reporting</vt:lpstr>
      <vt:lpstr>Background/Problem</vt:lpstr>
      <vt:lpstr>What I Did</vt:lpstr>
      <vt:lpstr>PowerPoint Presentation</vt:lpstr>
      <vt:lpstr>PowerPoint Presentation</vt:lpstr>
      <vt:lpstr>What I Did</vt:lpstr>
      <vt:lpstr>PowerPoint Presentation</vt:lpstr>
      <vt:lpstr>Results</vt:lpstr>
      <vt:lpstr>PowerPoint Presentation</vt:lpstr>
      <vt:lpstr>Results</vt:lpstr>
      <vt:lpstr>Challenges</vt:lpstr>
      <vt:lpstr>PowerPoint Presentation</vt:lpstr>
      <vt:lpstr>PowerPoint Presentation</vt:lpstr>
      <vt:lpstr>PowerPoint Presentation</vt:lpstr>
      <vt:lpstr>Next Steps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Lu, Carmen  (Jiamin)</dc:creator>
  <cp:lastModifiedBy>Lu, Carmen  (Jiamin)</cp:lastModifiedBy>
  <cp:revision>1</cp:revision>
  <dcterms:created xsi:type="dcterms:W3CDTF">2025-07-21T17:34:31Z</dcterms:created>
  <dcterms:modified xsi:type="dcterms:W3CDTF">2025-07-24T21:59:15Z</dcterms:modified>
</cp:coreProperties>
</file>